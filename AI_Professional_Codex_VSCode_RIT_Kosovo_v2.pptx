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Relationship Id="rId3" Type="http://schemas.openxmlformats.org/officeDocument/2006/relationships/image" Target="../media/image1.png"/><Relationship Id="rId4" Type="http://schemas.openxmlformats.org/officeDocument/2006/relationships/image" Target="../media/image-1-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-1-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-1-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-1-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-1-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-1-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-1-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-1-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-1-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-1-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0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960120"/>
            <a:ext cx="75895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Effectively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Codex in VS Code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749808" y="2852928"/>
            <a:ext cx="1280160" cy="0"/>
          </a:xfrm>
          <a:prstGeom prst="line">
            <a:avLst/>
          </a:prstGeom>
          <a:noFill/>
          <a:ln w="508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30906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3CB"/>
                </a:solidFill>
              </a:rPr>
              <a:t>From AI assistance to structured software development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9808" y="5468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6902"/>
                </a:solidFill>
              </a:rPr>
              <a:t>AI Professional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1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 of the Previous Session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7863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What we already covered before today.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Integrating Codex with Visual Studio Code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Connecting Codex to a local project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Understanding the context window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Creating and using reusable Skills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Using Plan Mode and Build Mode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2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 Is More Than Code Completion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7863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The goal is task completion, not only text prediction.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Inspects multiple files across a project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Understands structure, conventions and dependencies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Creates an implementation plan before editing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Modifies existing code and can run validation commands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Explains what changed and why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3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Role of the Developer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7863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Codex accelerates implementation, but the developer remains accountable.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Define the problem clearly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Provide relevant context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Review implementation decisions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Test the final result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Approve changes before deployment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1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a Clear Task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A clear request creates a better implementation.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Describe what needs to be created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Mention where it should be implemented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Reuse existing components when possible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State technical constraints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Define the expected result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03720" y="1719072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11111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9752" y="1947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902"/>
                </a:solidFill>
              </a:rPr>
              <a:t>WEAK VS STRONGER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59752" y="2377440"/>
            <a:ext cx="387705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Weak: Create a login system.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Stronger: Add email and password authentication to the existing FastAPI application. Use the current User model, hash passwords securely, create a login endpoint and return a token after successful authentication.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2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Give Codex Project Context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Before implementation, explain how the project works.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Programming language and framework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Architecture and folder structure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Database and authentication method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Naming conventions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Testing framework and restrictions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03720" y="1719072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11111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9752" y="1947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902"/>
                </a:solidFill>
              </a:rPr>
              <a:t>EXAMPLE PROMPT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59752" y="2377440"/>
            <a:ext cx="387705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This is a FastAPI backend using SQLAlchemy and PostgreSQL. Routes are stored in routers, database models are in models, and Pydantic schemas are in schemas.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3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Should Be Relevant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7863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More context is not always better.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Include files that affect the task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Mention the current implementation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Avoid unrelated project areas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Protect context-window space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Keep the instruction focused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0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Open Files and Selected Code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VS Code editor context can reduce unnecessary copy-paste.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Open the relevant file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Select the function or section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Ask Codex to inspect or modify it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Mention related files only when needed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Use visible errors as debugging context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03720" y="1719072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11111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9752" y="1947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902"/>
                </a:solidFill>
              </a:rPr>
              <a:t>EXAMPLE PROMPT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59752" y="2377440"/>
            <a:ext cx="387705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Review the selected function and identify why it returns an empty response.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1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Before Building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Use Plan Mode before larger changes.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Identify files that need to change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Understand affected components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Set the implementation order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List risks and missing information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Define tests before editing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03720" y="1719072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11111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9752" y="1947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902"/>
                </a:solidFill>
              </a:rPr>
              <a:t>EXAMPLE PROMPT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59752" y="2377440"/>
            <a:ext cx="387705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Inspect the project and create a step-by-step plan for adding password-reset functionality. Do not modify any files yet.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2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the Proposed Plan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Do not approve a plan automatically.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Check if it follows existing architecture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Make sure only necessary files are changed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Look for validation and error handling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Confirm security considerations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Ask for corrections before Build Mode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03720" y="1719072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11111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9752" y="1947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902"/>
                </a:solidFill>
              </a:rPr>
              <a:t>EXAMPLE PROMPT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59752" y="2377440"/>
            <a:ext cx="387705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Update the plan so that the existing email service is reused instead of creating a new service.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3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Move from Plan Mode to Build Mode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The approved plan becomes the implementation reference.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Create or edit the required files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Follow the existing project structure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Avoid unrelated changes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Run commands and tests when needed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Explain the final implementation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03720" y="1719072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11111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9752" y="1947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902"/>
                </a:solidFill>
              </a:rPr>
              <a:t>EXAMPLE PROMPT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59752" y="2377440"/>
            <a:ext cx="387705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Implement the approved plan. Follow the existing project structure and avoid changing unrelated files.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0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 in Small, Verifiable Steps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7863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Large tasks should be divided into reviewable stages.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Inspect the project first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Plan the backend logic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Test the backend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Implement the frontend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Run final validation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1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AGENTS.md for Project Instructions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Reusable repository instructions help Codex work consistently.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Project architecture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Coding standards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Run and test commands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File organisation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Security requirements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03720" y="1719072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11111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9752" y="1947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902"/>
                </a:solidFill>
              </a:rPr>
              <a:t>AGENTS.MD EXAMPLE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59752" y="2377440"/>
            <a:ext cx="387705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Run pytest before completing backend tasks.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Use TypeScript for all new frontend files.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Do not modify database migration files manually.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Follow the existing service and repository structure.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2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Skills and AGENTS.md Are Different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50876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000000">
              <a:alpha val="6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09360" y="150876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000000">
              <a:alpha val="6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0704" y="18105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6902"/>
                </a:solidFill>
              </a:rPr>
              <a:t>AGENTS.md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92824" y="18105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6902"/>
                </a:solidFill>
              </a:rPr>
              <a:t>Skills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96112" y="2423160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2331720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Project-specific guidance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96112" y="28620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770632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Repository structure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96112" y="3300984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3209544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Coding conventions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96112" y="3739896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3648456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Testing commands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96112" y="4178808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97280" y="4087368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Team development rules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28232" y="2423160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9400" y="2331720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Reusable workflows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28232" y="28620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9400" y="2770632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Pull request reviews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428232" y="3300984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29400" y="3209544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API documentation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428232" y="3739896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29400" y="3648456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Security checks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428232" y="4178808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29400" y="4087368"/>
            <a:ext cx="4206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Deployment steps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43000" y="579729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7D3CB"/>
                </a:solidFill>
              </a:rPr>
              <a:t>AGENTS.md explains how to work in a project. A Skill explains how to perform a repeatable task.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3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Codex to Explain Existing Code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Use Codex to understand unfamiliar repositories faster.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Trace request flow across files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Explain authentication or database logic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Map which files are involved in a feature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Explain classes and methods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Identify key dependencies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03720" y="1719072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11111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9752" y="1947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902"/>
                </a:solidFill>
              </a:rPr>
              <a:t>EXAMPLE PROMPT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59752" y="2377440"/>
            <a:ext cx="387705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Trace the request flow from the React login form to the backend endpoint.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0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Debugging with Codex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A useful bug report gives Codex enough evidence.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Expected behaviour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Actual behaviour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Complete error message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Command that caused the error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Relevant files and recent changes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03720" y="1719072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11111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9752" y="1947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902"/>
                </a:solidFill>
              </a:rPr>
              <a:t>BETTER DEBUGGING PROMPT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59752" y="2377440"/>
            <a:ext cx="387705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 FastAPI application starts successfully, but POST /users returns HTTP 500. Inspect the route, schema and database model, identify the root cause and propose a fix before changing the files.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1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for Root-Cause Analysis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Fixing symptoms is not the same as solving the problem.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Reproduce the problem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Inspect the related code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Identify the root cause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Explain why it happens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Implement and test the solution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03720" y="1719072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11111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9752" y="1947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902"/>
                </a:solidFill>
              </a:rPr>
              <a:t>EXAMPLE PROMPT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59752" y="2377440"/>
            <a:ext cx="387705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Do not apply a temporary workaround. Identify and explain the root cause before modifying the code.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2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AI-Generated Changes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Generated code should always be tested.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Unit tests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Integration tests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API tests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Input-validation tests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Regression tests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03720" y="1719072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11111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9752" y="1947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902"/>
                </a:solidFill>
              </a:rPr>
              <a:t>EXAMPLE PROMPT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59752" y="2377440"/>
            <a:ext cx="387705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Add tests for successful login, incorrect password, unknown user and missing request fields. Run the tests and report the result.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3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Changes Before Accepting Them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Treat AI-generated code like code submitted by another developer.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" y="217627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Check which files were modified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" y="267919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58775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Look for unrelated changes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" y="318211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09067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Validate input and error handling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9359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Check sensitive information exposure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" y="418795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96512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EEE6"/>
                </a:solidFill>
              </a:rPr>
              <a:t>Confirm tests pass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03720" y="1719072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111111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9752" y="1947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6902"/>
                </a:solidFill>
              </a:rPr>
              <a:t>SENIOR REVIEW PROMPT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59752" y="2377440"/>
            <a:ext cx="3877056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Review your implementation as a senior developer. Identify bugs, security issues, unnecessary complexity and missing tests.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bg_0.jp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Classroom Exercise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232" y="1280160"/>
            <a:ext cx="1005840" cy="0"/>
          </a:xfrm>
          <a:prstGeom prst="line">
            <a:avLst/>
          </a:prstGeom>
          <a:noFill/>
          <a:ln w="38100">
            <a:solidFill>
              <a:srgbClr val="F769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08760"/>
            <a:ext cx="5669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7D3CB"/>
                </a:solidFill>
              </a:rPr>
              <a:t>Task: add a health-check feature to an existing application.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1248" y="1901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6902"/>
                </a:solidFill>
              </a:rPr>
              <a:t>Endpoint requirements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76656" y="2423160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Available at /health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76656" y="2843784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752344"/>
            <a:ext cx="4572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Return application status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76656" y="3264408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3172968"/>
            <a:ext cx="4572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Check database reachability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6656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3593592"/>
            <a:ext cx="4572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Return a clear database error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76656" y="4105656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4014216"/>
            <a:ext cx="4572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Include automated tests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55080" y="1901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6902"/>
                </a:solidFill>
              </a:rPr>
              <a:t>Required workflow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99632" y="2423160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Inspect the architecture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199632" y="2843784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2752344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Use Plan Mode first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199632" y="3264408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0" y="3172968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Review and correct the plan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199632" y="3685032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3593592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Use Build Mode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199632" y="4105656"/>
            <a:ext cx="91440" cy="91440"/>
          </a:xfrm>
          <a:prstGeom prst="arc">
            <a:avLst/>
          </a:prstGeom>
          <a:solidFill>
            <a:srgbClr val="F76902"/>
          </a:solidFill>
          <a:ln w="12700">
            <a:solidFill>
              <a:srgbClr val="F7690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0" y="4014216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EEE6"/>
                </a:solidFill>
              </a:rPr>
              <a:t>Run tests and review changes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41248" y="5166360"/>
            <a:ext cx="10287000" cy="603504"/>
          </a:xfrm>
          <a:prstGeom prst="roundRect">
            <a:avLst>
              <a:gd name="adj" fmla="val 9091"/>
            </a:avLst>
          </a:prstGeom>
          <a:solidFill>
            <a:srgbClr val="000000">
              <a:alpha val="6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24128" y="53400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D3CB"/>
                </a:solidFill>
              </a:rPr>
              <a:t>Final discussion: What context did Codex need, what required human review, and what would you improve in the prompt?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985248" y="6199632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" descr="/mnt/data/rit_kosov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272784"/>
            <a:ext cx="1389888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02920" y="62453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B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16168" y="1097280"/>
            <a:ext cx="4855464" cy="3035808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_wide_screenshot_of_a_dark_themed_visual_studio_c_2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170432"/>
            <a:ext cx="47091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89320" y="3904487"/>
            <a:ext cx="4709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Aptos"/>
              </a:rPr>
              <a:t>Example Codex welcome interface inside VS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7548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4F7FB"/>
                </a:solidFill>
                <a:latin typeface="Aptos Display"/>
              </a:rPr>
              <a:t>Getting Codex in VS Code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C5CEDB"/>
                </a:solidFill>
                <a:latin typeface="Aptos"/>
              </a:rPr>
              <a:t>A practical 10 slide walkthrough for installation, sign in, project setup, and first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41648"/>
            <a:ext cx="1234440" cy="384048"/>
          </a:xfrm>
          <a:prstGeom prst="roundRect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114800"/>
            <a:ext cx="10881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4F7FB"/>
                </a:solidFill>
                <a:latin typeface="Aptos"/>
              </a:rPr>
              <a:t>Install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041648"/>
            <a:ext cx="1234440" cy="384048"/>
          </a:xfrm>
          <a:prstGeom prst="roundRect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76272" y="4114800"/>
            <a:ext cx="10881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4F7FB"/>
                </a:solidFill>
                <a:latin typeface="Aptos"/>
              </a:rPr>
              <a:t>Sign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041648"/>
            <a:ext cx="1234440" cy="384048"/>
          </a:xfrm>
          <a:prstGeom prst="roundRect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4114800"/>
            <a:ext cx="10881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4F7FB"/>
                </a:solidFill>
                <a:latin typeface="Aptos"/>
              </a:rPr>
              <a:t>Open project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4041648"/>
            <a:ext cx="1783080" cy="384048"/>
          </a:xfrm>
          <a:prstGeom prst="roundRect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4114800"/>
            <a:ext cx="16367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4F7FB"/>
                </a:solidFill>
                <a:latin typeface="Aptos"/>
              </a:rPr>
              <a:t>Start prompting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28600"/>
            <a:ext cx="822960" cy="19738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C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Aptos"/>
              </a:rPr>
              <a:t>AI Professional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82296" cy="868680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4937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Step 1: Check the prerequisites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343400" cy="4480560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1"/>
            <a:ext cx="393192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Install the latest version of Visual Studio Code on your computer.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Make sure you can sign in with your OpenAI account, or prepare an API key if needed.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Use a stable internet connection so the sign in flow and extension setup complete smoothly.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Open a sample project folder so you can test Codex right after installation.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088" y="1344168"/>
            <a:ext cx="5495544" cy="4407408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_wide_screenshot_of_a_dark_themed_visual_studio_c_2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417320"/>
            <a:ext cx="534924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49240" y="5522976"/>
            <a:ext cx="5349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Aptos"/>
              </a:rPr>
              <a:t>Codex welcome page with sign in options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28600"/>
            <a:ext cx="822960" cy="19738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C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Aptos"/>
              </a:rPr>
              <a:t>AI Professional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82296" cy="868680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4937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Step 2: Open the Extensions Marketplace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343400" cy="4480560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1"/>
            <a:ext cx="393192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Launch VS Code and click the Extensions icon in the left sidebar.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You can also use the shortcut Ctrl + Shift + X to open the marketplace quickly.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The marketplace lets you search, review, install, and manage editor extensions.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Always review the publisher and extension details before installing any tool.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088" y="1344168"/>
            <a:ext cx="5495544" cy="4407408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_high_resolution_screenshot_of_visual_studio_code_1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417320"/>
            <a:ext cx="534924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49240" y="5522976"/>
            <a:ext cx="5349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Aptos"/>
              </a:rPr>
              <a:t>Extensions Marketplace inside VS Code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28600"/>
            <a:ext cx="822960" cy="19738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C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Aptos"/>
              </a:rPr>
              <a:t>AI Professional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82296" cy="868680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4937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Step 3: Search for Codex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343400" cy="4480560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1"/>
            <a:ext cx="393192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Type Codex in the marketplace search bar.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Look for the official Codex extension published by OpenAI.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Open the details page to review the main capabilities such as Skills, Context Window, Plan Mode, and Build Mode.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Confirm that you selected the correct extension before proceeding.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088" y="1344168"/>
            <a:ext cx="5495544" cy="4407408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_high_resolution_screenshot_of_visual_studio_code_1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417320"/>
            <a:ext cx="534924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49240" y="5522976"/>
            <a:ext cx="5349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Aptos"/>
              </a:rPr>
              <a:t>Search results showing the Codex extension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28600"/>
            <a:ext cx="822960" cy="19738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C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Aptos"/>
              </a:rPr>
              <a:t>AI Professional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82296" cy="868680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4937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Step 4: Install the extension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343400" cy="4480560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1"/>
            <a:ext cx="393192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Click Install on the Codex extension page.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Wait for VS Code to finish downloading and enabling the extension.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If VS Code requests a reload, accept it so the new panel appears correctly.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After installation, keep the Codex panel easy to access from the sidebar.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088" y="1344168"/>
            <a:ext cx="5495544" cy="4407408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_high_resolution_screenshot_of_visual_studio_code_1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417320"/>
            <a:ext cx="534924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49240" y="5522976"/>
            <a:ext cx="5349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Aptos"/>
              </a:rPr>
              <a:t>The Codex extension details page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28600"/>
            <a:ext cx="822960" cy="19738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C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Aptos"/>
              </a:rPr>
              <a:t>AI Professional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82296" cy="868680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4937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Step 5: Sign in and activate Codex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343400" cy="4480560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1"/>
            <a:ext cx="393192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Open the Codex welcome panel after installation.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Choose Sign in with OpenAI, or use the API key option if your setup requires it.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Complete the authentication flow and return to VS Code when it finishes.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Check the get started list to confirm that installation and sign in are complete.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088" y="1344168"/>
            <a:ext cx="5495544" cy="4407408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_wide_screenshot_of_a_dark_themed_visual_studio_c_2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417320"/>
            <a:ext cx="534924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49240" y="5522976"/>
            <a:ext cx="5349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Aptos"/>
              </a:rPr>
              <a:t>Codex sign in and get started flow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28600"/>
            <a:ext cx="822960" cy="19738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C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Aptos"/>
              </a:rPr>
              <a:t>AI Professional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82296" cy="868680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4937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Step 6: Open your project and add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343400" cy="4480560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1"/>
            <a:ext cx="393192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Open the folder or workspace where you want Codex to help you.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Add relevant files such as README, routes, models, services, or tests.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Use context carefully so Codex understands the architecture and coding conventions.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Keep the context focused on the task to get more relevant answers and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088" y="1344168"/>
            <a:ext cx="5495544" cy="4407408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_high_resolution_screenshot_of_a_dark_themed_code_4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417320"/>
            <a:ext cx="534924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49240" y="5522976"/>
            <a:ext cx="5349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Aptos"/>
              </a:rPr>
              <a:t>Adding project files and skills to Codex context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28600"/>
            <a:ext cx="822960" cy="19738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C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Aptos"/>
              </a:rPr>
              <a:t>AI Professional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82296" cy="868680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4937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Step 7: Start with a simple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343400" cy="4480560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1"/>
            <a:ext cx="393192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Begin with a small and clear prompt, such as explaining a file or reviewing a function.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Refer to selected code or open files instead of pasting too much unrelated text.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Use simple tasks first so students understand how Codex responds.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Review the answer before accepting suggestions or asking for code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088" y="1344168"/>
            <a:ext cx="5495544" cy="4407408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_high_resolution_screenshot_of_a_dark_themed_code_4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417320"/>
            <a:ext cx="534924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49240" y="5522976"/>
            <a:ext cx="5349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Aptos"/>
              </a:rPr>
              <a:t>Using the Codex chat panel inside a project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28600"/>
            <a:ext cx="822960" cy="19738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C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Aptos"/>
              </a:rPr>
              <a:t>AI Professional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82296" cy="868680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4937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Step 8: Use Plan Mode for larger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343400" cy="4480560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1"/>
            <a:ext cx="393192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For bigger features, ask Codex to inspect the project first.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Request a step by step plan before any implementation begins.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Review which files will change, what tests are needed, and what risks exist.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Approve the plan only after it matches the project structure and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088" y="1344168"/>
            <a:ext cx="5495544" cy="4407408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_screenshot_of_a_desktop_code_editor_visual_stud_3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417320"/>
            <a:ext cx="534924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49240" y="5522976"/>
            <a:ext cx="5349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Aptos"/>
              </a:rPr>
              <a:t>Plan Mode and Build Mode working flow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28600"/>
            <a:ext cx="822960" cy="19738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C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Aptos"/>
              </a:rPr>
              <a:t>AI Professional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82296" cy="868680"/>
          </a:xfrm>
          <a:prstGeom prst="rect">
            <a:avLst/>
          </a:prstGeom>
          <a:solidFill>
            <a:srgbClr val="3A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4937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7FB"/>
                </a:solidFill>
                <a:latin typeface="Aptos Display"/>
              </a:rPr>
              <a:t>Step 9: Build, test, and troubleshoot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343400" cy="4480560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1"/>
            <a:ext cx="393192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After the plan is approved, switch to Build Mode so Codex can implement the task.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Let Codex run tests, inspect changed files, and report the result.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If something fails, provide the error message and ask for root cause analysis.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4F7FB"/>
                </a:solidFill>
                <a:latin typeface="Aptos"/>
              </a:rPr>
              <a:t>Always review the final code, tests, and project impact before accepting the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088" y="1344168"/>
            <a:ext cx="5495544" cy="4407408"/>
          </a:xfrm>
          <a:prstGeom prst="roundRect">
            <a:avLst/>
          </a:prstGeom>
          <a:solidFill>
            <a:srgbClr val="161F2D"/>
          </a:solidFill>
          <a:ln>
            <a:solidFill>
              <a:srgbClr val="2F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_screenshot_of_a_desktop_code_editor_visual_stud_3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417320"/>
            <a:ext cx="534924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49240" y="5522976"/>
            <a:ext cx="5349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Aptos"/>
              </a:rPr>
              <a:t>Codex implementing changes and running tests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28600"/>
            <a:ext cx="822960" cy="19738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C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Aptos"/>
              </a:rPr>
              <a:t>AI Professional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RIT Kosovo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Effectively with Codex in VS Code</dc:title>
  <dc:subject>AI Professional</dc:subject>
  <dc:creator>RIT Kosovo</dc:creator>
  <cp:lastModifiedBy>RIT Kosovo</cp:lastModifiedBy>
  <cp:revision>1</cp:revision>
  <dcterms:created xsi:type="dcterms:W3CDTF">2026-07-13T12:00:39Z</dcterms:created>
  <dcterms:modified xsi:type="dcterms:W3CDTF">2026-07-13T12:00:39Z</dcterms:modified>
</cp:coreProperties>
</file>