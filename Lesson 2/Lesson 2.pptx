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orkspace_right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0" y="0"/>
            <a:ext cx="583387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3504" y="658368"/>
            <a:ext cx="2011680" cy="329184"/>
          </a:xfrm>
          <a:prstGeom prst="roundRect">
            <a:avLst>
              <a:gd name="adj" fmla="val 22222"/>
            </a:avLst>
          </a:prstGeom>
          <a:solidFill>
            <a:srgbClr val="EAD9CC"/>
          </a:solidFill>
          <a:ln>
            <a:solidFill>
              <a:srgbClr val="EAD9CC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Moduli 1.2 dhe 1.3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612648" y="1298448"/>
            <a:ext cx="5486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900" b="1" dirty="0">
                <a:solidFill>
                  <a:srgbClr val="2D29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Chatbot, AI Tool, Automation dhe Agent</a:t>
            </a:r>
            <a:endParaRPr lang="en-US" sz="3900" dirty="0"/>
          </a:p>
        </p:txBody>
      </p:sp>
      <p:sp>
        <p:nvSpPr>
          <p:cNvPr id="5" name="Text 2"/>
          <p:cNvSpPr/>
          <p:nvPr/>
        </p:nvSpPr>
        <p:spPr>
          <a:xfrm>
            <a:off x="640080" y="2807208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E62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Nje hyrje praktike per perdorimin real te AI ne edukim, biznes dhe karriere.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685800" y="397764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E62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classroom chat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685800" y="4315968"/>
            <a:ext cx="3851453" cy="606247"/>
          </a:xfrm>
          <a:prstGeom prst="roundRect">
            <a:avLst/>
          </a:prstGeom>
          <a:solidFill>
            <a:srgbClr val="FFFFFF"/>
          </a:solidFill>
          <a:ln>
            <a:solidFill>
              <a:srgbClr val="DED1C6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Studenti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eshte cdo ChatGPT agent?</a:t>
            </a:r>
            <a:endParaRPr lang="en-US" sz="1080" dirty="0"/>
          </a:p>
        </p:txBody>
      </p:sp>
      <p:sp>
        <p:nvSpPr>
          <p:cNvPr id="8" name="Text 5"/>
          <p:cNvSpPr/>
          <p:nvPr/>
        </p:nvSpPr>
        <p:spPr>
          <a:xfrm>
            <a:off x="1574597" y="4976165"/>
            <a:ext cx="4048963" cy="641909"/>
          </a:xfrm>
          <a:prstGeom prst="roundRect">
            <a:avLst/>
          </a:prstGeom>
          <a:solidFill>
            <a:srgbClr val="EFE7DE"/>
          </a:solidFill>
          <a:ln>
            <a:solidFill>
              <a:srgbClr val="EFE7DE">
                <a:alpha val="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Jo. Varet a vetem pergjigjet, a planifikon dhe vepron me mjete.</a:t>
            </a:r>
            <a:endParaRPr lang="en-US" sz="1060" dirty="0"/>
          </a:p>
        </p:txBody>
      </p:sp>
      <p:sp>
        <p:nvSpPr>
          <p:cNvPr id="9" name="Text 6"/>
          <p:cNvSpPr/>
          <p:nvPr/>
        </p:nvSpPr>
        <p:spPr>
          <a:xfrm>
            <a:off x="411480" y="64465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2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Fundamentals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1292840" y="642823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2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43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MODULI 1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786384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2D29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Qellimi i ores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85216" y="1353312"/>
            <a:ext cx="777240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E62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Dallojme konceptet dhe i lidhim me raste reale pune.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31520" y="2148840"/>
            <a:ext cx="2331720" cy="2057400"/>
          </a:xfrm>
          <a:prstGeom prst="roundRect">
            <a:avLst>
              <a:gd name="adj" fmla="val 3556"/>
            </a:avLst>
          </a:prstGeom>
          <a:solidFill>
            <a:srgbClr val="FFFDF8"/>
          </a:solidFill>
          <a:ln>
            <a:solidFill>
              <a:srgbClr val="DED1C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D29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2D29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Identifikojme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2D29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konceptet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474720" y="2148840"/>
            <a:ext cx="2331720" cy="2057400"/>
          </a:xfrm>
          <a:prstGeom prst="roundRect">
            <a:avLst>
              <a:gd name="adj" fmla="val 3556"/>
            </a:avLst>
          </a:prstGeom>
          <a:solidFill>
            <a:srgbClr val="F3E9DF"/>
          </a:solidFill>
          <a:ln>
            <a:solidFill>
              <a:srgbClr val="DED1C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D29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2D29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Shohim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2D29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shembuj real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217920" y="2148840"/>
            <a:ext cx="2331720" cy="2057400"/>
          </a:xfrm>
          <a:prstGeom prst="roundRect">
            <a:avLst>
              <a:gd name="adj" fmla="val 3556"/>
            </a:avLst>
          </a:prstGeom>
          <a:solidFill>
            <a:srgbClr val="FFFDF8"/>
          </a:solidFill>
          <a:ln>
            <a:solidFill>
              <a:srgbClr val="DED1C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D29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2D29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Klasifikojme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2D29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skenare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961120" y="2148840"/>
            <a:ext cx="2331720" cy="2057400"/>
          </a:xfrm>
          <a:prstGeom prst="roundRect">
            <a:avLst>
              <a:gd name="adj" fmla="val 3556"/>
            </a:avLst>
          </a:prstGeom>
          <a:solidFill>
            <a:srgbClr val="F3E9DF"/>
          </a:solidFill>
          <a:ln>
            <a:solidFill>
              <a:srgbClr val="DED1C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D29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2D29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Lidhim AI me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2D29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profesionet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60120" y="50749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43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Fokus: te kuptohet cfare ben sistemi, jo vetem cfare emri ka aplikacioni.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11480" y="64465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2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Fundamentals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1292840" y="642823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2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43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MODULI 1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786384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2D29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Modeli mental: kush vepron?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85216" y="1353312"/>
            <a:ext cx="777240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E62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Pyetja kryesore: a po pergjigjet, a po kryen detyre, a po automatizon hapa, apo po ndjek objektiv?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2194560" y="3246120"/>
            <a:ext cx="7772400" cy="0"/>
          </a:xfrm>
          <a:prstGeom prst="line">
            <a:avLst/>
          </a:prstGeom>
          <a:noFill/>
          <a:ln w="25400">
            <a:solidFill>
              <a:srgbClr val="DED1C6"/>
            </a:solidFill>
            <a:prstDash val="solid"/>
            <a:headEnd type="none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685800" y="2423160"/>
            <a:ext cx="2103120" cy="1554480"/>
          </a:xfrm>
          <a:prstGeom prst="roundRect">
            <a:avLst>
              <a:gd name="adj" fmla="val 4706"/>
            </a:avLst>
          </a:prstGeom>
          <a:solidFill>
            <a:srgbClr val="FFFDF8"/>
          </a:solidFill>
          <a:ln>
            <a:solidFill>
              <a:srgbClr val="DED1C6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Chatbot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Pergjigjet kur pyetet.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2423160"/>
            <a:ext cx="54864" cy="1554480"/>
          </a:xfrm>
          <a:prstGeom prst="rect">
            <a:avLst/>
          </a:prstGeom>
          <a:solidFill>
            <a:srgbClr val="4C6C8C"/>
          </a:solidFill>
          <a:ln w="12700">
            <a:solidFill>
              <a:srgbClr val="4C6C8C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54680" y="2423160"/>
            <a:ext cx="2103120" cy="1554480"/>
          </a:xfrm>
          <a:prstGeom prst="roundRect">
            <a:avLst>
              <a:gd name="adj" fmla="val 4706"/>
            </a:avLst>
          </a:prstGeom>
          <a:solidFill>
            <a:srgbClr val="FFFDF8"/>
          </a:solidFill>
          <a:ln>
            <a:solidFill>
              <a:srgbClr val="DED1C6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tool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 nje detyre specifike.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154680" y="2423160"/>
            <a:ext cx="54864" cy="1554480"/>
          </a:xfrm>
          <a:prstGeom prst="rect">
            <a:avLst/>
          </a:prstGeom>
          <a:solidFill>
            <a:srgbClr val="C56649"/>
          </a:solidFill>
          <a:ln w="12700">
            <a:solidFill>
              <a:srgbClr val="C56649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23560" y="2423160"/>
            <a:ext cx="2103120" cy="1554480"/>
          </a:xfrm>
          <a:prstGeom prst="roundRect">
            <a:avLst>
              <a:gd name="adj" fmla="val 4706"/>
            </a:avLst>
          </a:prstGeom>
          <a:solidFill>
            <a:srgbClr val="FFFDF8"/>
          </a:solidFill>
          <a:ln>
            <a:solidFill>
              <a:srgbClr val="DED1C6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Perserit hapa automatikisht.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623560" y="2423160"/>
            <a:ext cx="54864" cy="1554480"/>
          </a:xfrm>
          <a:prstGeom prst="rect">
            <a:avLst/>
          </a:prstGeom>
          <a:solidFill>
            <a:srgbClr val="6B7A57"/>
          </a:solidFill>
          <a:ln w="12700">
            <a:solidFill>
              <a:srgbClr val="6B7A57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92440" y="2423160"/>
            <a:ext cx="2697480" cy="1554480"/>
          </a:xfrm>
          <a:prstGeom prst="roundRect">
            <a:avLst>
              <a:gd name="adj" fmla="val 4706"/>
            </a:avLst>
          </a:prstGeom>
          <a:solidFill>
            <a:srgbClr val="FFFDF8"/>
          </a:solidFill>
          <a:ln>
            <a:solidFill>
              <a:srgbClr val="DED1C6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agent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Planifikon drejt nje objektivi.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92440" y="2423160"/>
            <a:ext cx="54864" cy="1554480"/>
          </a:xfrm>
          <a:prstGeom prst="rect">
            <a:avLst/>
          </a:prstGeom>
          <a:solidFill>
            <a:srgbClr val="8B432F"/>
          </a:solidFill>
          <a:ln w="12700">
            <a:solidFill>
              <a:srgbClr val="8B432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63040" y="4892040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 me shume veprim, aq me shume kontroll, leje dhe verifikim nevojiten.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11480" y="64465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2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Fundamentals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1292840" y="642823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2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43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MODULI 1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786384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2D29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Chatbot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85216" y="1353312"/>
            <a:ext cx="777240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E62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Nje LLM qe kthen pergjigje per pyetjen qe perdoruesi ia parashtron.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85800" y="2057400"/>
            <a:ext cx="3200400" cy="1965960"/>
          </a:xfrm>
          <a:prstGeom prst="roundRect">
            <a:avLst>
              <a:gd name="adj" fmla="val 3721"/>
            </a:avLst>
          </a:prstGeom>
          <a:solidFill>
            <a:srgbClr val="FFFDF8"/>
          </a:solidFill>
          <a:ln>
            <a:solidFill>
              <a:srgbClr val="DED1C6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Cfare ben?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Pergjigjet, shpjegon, permbledh dhe sugjeron.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2057400"/>
            <a:ext cx="54864" cy="1965960"/>
          </a:xfrm>
          <a:prstGeom prst="rect">
            <a:avLst/>
          </a:prstGeom>
          <a:solidFill>
            <a:srgbClr val="4C6C8C"/>
          </a:solidFill>
          <a:ln w="12700">
            <a:solidFill>
              <a:srgbClr val="4C6C8C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43400" y="2057400"/>
            <a:ext cx="3200400" cy="1965960"/>
          </a:xfrm>
          <a:prstGeom prst="roundRect">
            <a:avLst>
              <a:gd name="adj" fmla="val 3721"/>
            </a:avLst>
          </a:prstGeom>
          <a:solidFill>
            <a:srgbClr val="FFFDF8"/>
          </a:solidFill>
          <a:ln>
            <a:solidFill>
              <a:srgbClr val="DED1C6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Cfare nuk ben vetem?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Nuk kryen detyra ne sisteme reale pa lidhje me mjete ose pa leje.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343400" y="2057400"/>
            <a:ext cx="54864" cy="1965960"/>
          </a:xfrm>
          <a:prstGeom prst="rect">
            <a:avLst/>
          </a:prstGeom>
          <a:solidFill>
            <a:srgbClr val="C56649"/>
          </a:solidFill>
          <a:ln w="12700">
            <a:solidFill>
              <a:srgbClr val="C56649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01000" y="178308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E62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classroom chat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001000" y="2121408"/>
            <a:ext cx="2638958" cy="870509"/>
          </a:xfrm>
          <a:prstGeom prst="roundRect">
            <a:avLst/>
          </a:prstGeom>
          <a:solidFill>
            <a:srgbClr val="FFFFFF"/>
          </a:solidFill>
          <a:ln>
            <a:solidFill>
              <a:srgbClr val="DED1C6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Studenti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Shpjego dallimin mes SMTP dhe HTTP.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8609990" y="3216859"/>
            <a:ext cx="2774290" cy="921715"/>
          </a:xfrm>
          <a:prstGeom prst="roundRect">
            <a:avLst/>
          </a:prstGeom>
          <a:solidFill>
            <a:srgbClr val="EFE7DE"/>
          </a:solidFill>
          <a:ln>
            <a:solidFill>
              <a:srgbClr val="EFE7DE">
                <a:alpha val="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SMTP perdoret per email. HTTP perdoret per web.</a:t>
            </a:r>
            <a:endParaRPr lang="en-US" sz="1060" dirty="0"/>
          </a:p>
        </p:txBody>
      </p:sp>
      <p:sp>
        <p:nvSpPr>
          <p:cNvPr id="12" name="Text 10"/>
          <p:cNvSpPr/>
          <p:nvPr/>
        </p:nvSpPr>
        <p:spPr>
          <a:xfrm>
            <a:off x="822960" y="4709160"/>
            <a:ext cx="1024128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Shembuj: ChatGPT, Claude, Gemini, DeepSeek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Sora eshte me shume AI tool per video, jo chatbot klasik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Cilesia varet nga prompti, konteksti dhe verifikimi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11480" y="64465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2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Fundamentals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1292840" y="642823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2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43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MODULI 1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786384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2D29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Cfare te shpjegosh per chatbot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85216" y="1353312"/>
            <a:ext cx="777240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E62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Studentet duhet te kuptojne ciklin e thjeshte: input, reasoning i modelit, output.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31520" y="1965960"/>
            <a:ext cx="2971800" cy="1920240"/>
          </a:xfrm>
          <a:prstGeom prst="roundRect">
            <a:avLst>
              <a:gd name="adj" fmla="val 3810"/>
            </a:avLst>
          </a:prstGeom>
          <a:solidFill>
            <a:srgbClr val="FFFDF8"/>
          </a:solidFill>
          <a:ln>
            <a:solidFill>
              <a:srgbClr val="DED1C6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Perdoruesi pyet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Pyetja duhet te jete e qarte dhe me kontekst.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1965960"/>
            <a:ext cx="54864" cy="1920240"/>
          </a:xfrm>
          <a:prstGeom prst="rect">
            <a:avLst/>
          </a:prstGeom>
          <a:solidFill>
            <a:srgbClr val="4C6C8C"/>
          </a:solidFill>
          <a:ln w="12700">
            <a:solidFill>
              <a:srgbClr val="4C6C8C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0" y="1965960"/>
            <a:ext cx="2971800" cy="1920240"/>
          </a:xfrm>
          <a:prstGeom prst="roundRect">
            <a:avLst>
              <a:gd name="adj" fmla="val 3810"/>
            </a:avLst>
          </a:prstGeom>
          <a:solidFill>
            <a:srgbClr val="FFFDF8"/>
          </a:solidFill>
          <a:ln>
            <a:solidFill>
              <a:srgbClr val="DED1C6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Modeli gjeneron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Modeli parashikon pergjigjen me baze ne tekst dhe kontekst.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0" y="1965960"/>
            <a:ext cx="54864" cy="1920240"/>
          </a:xfrm>
          <a:prstGeom prst="rect">
            <a:avLst/>
          </a:prstGeom>
          <a:solidFill>
            <a:srgbClr val="C56649"/>
          </a:solidFill>
          <a:ln w="12700">
            <a:solidFill>
              <a:srgbClr val="C56649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0" y="1965960"/>
            <a:ext cx="2971800" cy="1920240"/>
          </a:xfrm>
          <a:prstGeom prst="roundRect">
            <a:avLst>
              <a:gd name="adj" fmla="val 3810"/>
            </a:avLst>
          </a:prstGeom>
          <a:solidFill>
            <a:srgbClr val="FFFDF8"/>
          </a:solidFill>
          <a:ln>
            <a:solidFill>
              <a:srgbClr val="DED1C6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Njeriu verifikon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Pergjigja kontrollohet para se te perdoret ne pune reale.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412480" y="1965960"/>
            <a:ext cx="54864" cy="1920240"/>
          </a:xfrm>
          <a:prstGeom prst="rect">
            <a:avLst/>
          </a:prstGeom>
          <a:solidFill>
            <a:srgbClr val="6B7A57"/>
          </a:solidFill>
          <a:ln w="12700">
            <a:solidFill>
              <a:srgbClr val="6B7A57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49040" y="2926080"/>
            <a:ext cx="685800" cy="0"/>
          </a:xfrm>
          <a:prstGeom prst="line">
            <a:avLst/>
          </a:prstGeom>
          <a:noFill/>
          <a:ln w="19050">
            <a:solidFill>
              <a:srgbClr val="DED1C6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607808" y="2926080"/>
            <a:ext cx="685800" cy="0"/>
          </a:xfrm>
          <a:prstGeom prst="line">
            <a:avLst/>
          </a:prstGeom>
          <a:noFill/>
          <a:ln w="19050">
            <a:solidFill>
              <a:srgbClr val="DED1C6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960120" y="4892040"/>
            <a:ext cx="10287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43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Mesazhi per studentet: chatbot eshte bashkebisedues, jo sistem magjik qe e di gjithmone te verteten.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11480" y="64465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2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Fundamentals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1292840" y="642823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2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43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MODULI 1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786384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2D29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tool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85216" y="1353312"/>
            <a:ext cx="777240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E62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Aplikacion qe perdor AI per nje detyre specifike. Zakonisht ka Human in the Loop.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4572000" cy="2286000"/>
          </a:xfrm>
          <a:prstGeom prst="roundRect">
            <a:avLst>
              <a:gd name="adj" fmla="val 3200"/>
            </a:avLst>
          </a:prstGeom>
          <a:solidFill>
            <a:srgbClr val="FFFDF8"/>
          </a:solidFill>
          <a:ln>
            <a:solidFill>
              <a:srgbClr val="DED1C6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Shembuj te qarte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Dizajn, permbledhje dokumentesh, analize te dhenash, gjenerim video, transkriptim.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2011680"/>
            <a:ext cx="54864" cy="2286000"/>
          </a:xfrm>
          <a:prstGeom prst="rect">
            <a:avLst/>
          </a:prstGeom>
          <a:solidFill>
            <a:srgbClr val="C56649"/>
          </a:solidFill>
          <a:ln w="12700">
            <a:solidFill>
              <a:srgbClr val="C56649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06440" y="2011680"/>
            <a:ext cx="4572000" cy="2286000"/>
          </a:xfrm>
          <a:prstGeom prst="roundRect">
            <a:avLst>
              <a:gd name="adj" fmla="val 3200"/>
            </a:avLst>
          </a:prstGeom>
          <a:solidFill>
            <a:srgbClr val="FFFDF8"/>
          </a:solidFill>
          <a:ln>
            <a:solidFill>
              <a:srgbClr val="DED1C6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HITL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Njeriu e jep kerkesen, e kontrollon rezultatin dhe vendos a perdoret.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806440" y="2011680"/>
            <a:ext cx="54864" cy="2286000"/>
          </a:xfrm>
          <a:prstGeom prst="rect">
            <a:avLst/>
          </a:prstGeom>
          <a:solidFill>
            <a:srgbClr val="6B7A57"/>
          </a:solidFill>
          <a:ln w="12700">
            <a:solidFill>
              <a:srgbClr val="6B7A57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498348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Tool-i ka kufij me te qarte se chatbot: hyrje, proces, dalje.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11480" y="64465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2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Fundamentals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1292840" y="642823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2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43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MODULI 1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786384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2D29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Workflow automation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85216" y="1353312"/>
            <a:ext cx="777240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E62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Automatizim do te thote qe hapa te perseritshem kryhen pa i bere manualisht cdo here.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2743200" y="2834640"/>
            <a:ext cx="914400" cy="0"/>
          </a:xfrm>
          <a:prstGeom prst="line">
            <a:avLst/>
          </a:prstGeom>
          <a:noFill/>
          <a:ln w="25400">
            <a:solidFill>
              <a:srgbClr val="DED1C6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5486400" y="2834640"/>
            <a:ext cx="914400" cy="0"/>
          </a:xfrm>
          <a:prstGeom prst="line">
            <a:avLst/>
          </a:prstGeom>
          <a:noFill/>
          <a:ln w="25400">
            <a:solidFill>
              <a:srgbClr val="DED1C6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8229600" y="2834640"/>
            <a:ext cx="914400" cy="0"/>
          </a:xfrm>
          <a:prstGeom prst="line">
            <a:avLst/>
          </a:prstGeom>
          <a:noFill/>
          <a:ln w="25400">
            <a:solidFill>
              <a:srgbClr val="DED1C6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731520" y="2148840"/>
            <a:ext cx="2057400" cy="1371600"/>
          </a:xfrm>
          <a:prstGeom prst="roundRect">
            <a:avLst>
              <a:gd name="adj" fmla="val 5333"/>
            </a:avLst>
          </a:prstGeom>
          <a:solidFill>
            <a:srgbClr val="FFFDF8"/>
          </a:solidFill>
          <a:ln>
            <a:solidFill>
              <a:srgbClr val="DED1C6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Trigger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Formulari pranohet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2148840"/>
            <a:ext cx="54864" cy="1371600"/>
          </a:xfrm>
          <a:prstGeom prst="rect">
            <a:avLst/>
          </a:prstGeom>
          <a:solidFill>
            <a:srgbClr val="4C6C8C"/>
          </a:solidFill>
          <a:ln w="12700">
            <a:solidFill>
              <a:srgbClr val="4C6C8C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2148840"/>
            <a:ext cx="2057400" cy="1371600"/>
          </a:xfrm>
          <a:prstGeom prst="roundRect">
            <a:avLst>
              <a:gd name="adj" fmla="val 5333"/>
            </a:avLst>
          </a:prstGeom>
          <a:solidFill>
            <a:srgbClr val="FFFDF8"/>
          </a:solidFill>
          <a:ln>
            <a:solidFill>
              <a:srgbClr val="DED1C6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Ruaj ne tabelen kryesore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474720" y="2148840"/>
            <a:ext cx="54864" cy="1371600"/>
          </a:xfrm>
          <a:prstGeom prst="rect">
            <a:avLst/>
          </a:prstGeom>
          <a:solidFill>
            <a:srgbClr val="C56649"/>
          </a:solidFill>
          <a:ln w="12700">
            <a:solidFill>
              <a:srgbClr val="C56649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2148840"/>
            <a:ext cx="2057400" cy="1371600"/>
          </a:xfrm>
          <a:prstGeom prst="roundRect">
            <a:avLst>
              <a:gd name="adj" fmla="val 5333"/>
            </a:avLst>
          </a:prstGeom>
          <a:solidFill>
            <a:srgbClr val="FFFDF8"/>
          </a:solidFill>
          <a:ln>
            <a:solidFill>
              <a:srgbClr val="DED1C6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2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Dergo email konfirmimi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17920" y="2148840"/>
            <a:ext cx="54864" cy="1371600"/>
          </a:xfrm>
          <a:prstGeom prst="rect">
            <a:avLst/>
          </a:prstGeom>
          <a:solidFill>
            <a:srgbClr val="6B7A57"/>
          </a:solidFill>
          <a:ln w="12700">
            <a:solidFill>
              <a:srgbClr val="6B7A57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0" y="2148840"/>
            <a:ext cx="2057400" cy="1371600"/>
          </a:xfrm>
          <a:prstGeom prst="roundRect">
            <a:avLst>
              <a:gd name="adj" fmla="val 5333"/>
            </a:avLst>
          </a:prstGeom>
          <a:solidFill>
            <a:srgbClr val="FFFDF8"/>
          </a:solidFill>
          <a:ln>
            <a:solidFill>
              <a:srgbClr val="DED1C6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Raporti perditesohet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961120" y="2148840"/>
            <a:ext cx="54864" cy="1371600"/>
          </a:xfrm>
          <a:prstGeom prst="rect">
            <a:avLst/>
          </a:prstGeom>
          <a:solidFill>
            <a:srgbClr val="8B432F"/>
          </a:solidFill>
          <a:ln w="12700">
            <a:solidFill>
              <a:srgbClr val="8B432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4617720"/>
            <a:ext cx="1005840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Automatizimi nuk ka gjithmone nevoje per AI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Mund te jete thjesht rregull: nese ndodh A, beje B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AI shtohet kur ka tekst, vendimmarrje ose interpretim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11480" y="64465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2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Fundamentals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1292840" y="642823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2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43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MODULI 1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786384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2D29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agent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85216" y="1353312"/>
            <a:ext cx="777240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E62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 qe punon drejt nje objektivi, planifikon hapa dhe mund te perdore mjete.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31520" y="1965960"/>
            <a:ext cx="2743200" cy="1508760"/>
          </a:xfrm>
          <a:prstGeom prst="roundRect">
            <a:avLst>
              <a:gd name="adj" fmla="val 4848"/>
            </a:avLst>
          </a:prstGeom>
          <a:solidFill>
            <a:srgbClr val="FFFDF8"/>
          </a:solidFill>
          <a:ln>
            <a:solidFill>
              <a:srgbClr val="DED1C6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Objektivi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P.sh. pergatit raportin javor te shitjeve.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1965960"/>
            <a:ext cx="54864" cy="1508760"/>
          </a:xfrm>
          <a:prstGeom prst="rect">
            <a:avLst/>
          </a:prstGeom>
          <a:solidFill>
            <a:srgbClr val="8B432F"/>
          </a:solidFill>
          <a:ln w="12700">
            <a:solidFill>
              <a:srgbClr val="8B432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11880" y="1965960"/>
            <a:ext cx="2743200" cy="1508760"/>
          </a:xfrm>
          <a:prstGeom prst="roundRect">
            <a:avLst>
              <a:gd name="adj" fmla="val 4848"/>
            </a:avLst>
          </a:prstGeom>
          <a:solidFill>
            <a:srgbClr val="FFFDF8"/>
          </a:solidFill>
          <a:ln>
            <a:solidFill>
              <a:srgbClr val="DED1C6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Planifikimi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Vendos cfare hapash duhen bere.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11880" y="1965960"/>
            <a:ext cx="54864" cy="1508760"/>
          </a:xfrm>
          <a:prstGeom prst="rect">
            <a:avLst/>
          </a:prstGeom>
          <a:solidFill>
            <a:srgbClr val="C56649"/>
          </a:solidFill>
          <a:ln w="12700">
            <a:solidFill>
              <a:srgbClr val="C56649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965960"/>
            <a:ext cx="2743200" cy="1508760"/>
          </a:xfrm>
          <a:prstGeom prst="roundRect">
            <a:avLst>
              <a:gd name="adj" fmla="val 4848"/>
            </a:avLst>
          </a:prstGeom>
          <a:solidFill>
            <a:srgbClr val="FFFDF8"/>
          </a:solidFill>
          <a:ln>
            <a:solidFill>
              <a:srgbClr val="DED1C6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Mjetet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Lexon dokumente, kerkon te dhena, krijon draft.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92240" y="1965960"/>
            <a:ext cx="54864" cy="1508760"/>
          </a:xfrm>
          <a:prstGeom prst="rect">
            <a:avLst/>
          </a:prstGeom>
          <a:solidFill>
            <a:srgbClr val="6B7A57"/>
          </a:solidFill>
          <a:ln w="12700">
            <a:solidFill>
              <a:srgbClr val="6B7A57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72600" y="1965960"/>
            <a:ext cx="2148840" cy="1508760"/>
          </a:xfrm>
          <a:prstGeom prst="roundRect">
            <a:avLst>
              <a:gd name="adj" fmla="val 4848"/>
            </a:avLst>
          </a:prstGeom>
          <a:solidFill>
            <a:srgbClr val="FFFDF8"/>
          </a:solidFill>
          <a:ln>
            <a:solidFill>
              <a:srgbClr val="DED1C6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Kontrolli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Njeriu aprovon veprimet me risk.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372600" y="1965960"/>
            <a:ext cx="54864" cy="1508760"/>
          </a:xfrm>
          <a:prstGeom prst="rect">
            <a:avLst/>
          </a:prstGeom>
          <a:solidFill>
            <a:srgbClr val="4C6C8C"/>
          </a:solidFill>
          <a:ln w="12700">
            <a:solidFill>
              <a:srgbClr val="4C6C8C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47091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43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Autonom nuk do te thote pa kufij. Agjenti duhet te kete permissions, logs dhe approval per veprime kritike.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11480" y="64465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2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Fundamentals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1292840" y="642823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2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43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MODULI 1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786384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2D29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Krahasimi ne nje faqe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85216" y="1353312"/>
            <a:ext cx="777240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E62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Shiko sjelljen e sistemit para se ta emertosh.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1847088"/>
            <a:ext cx="1828800" cy="475488"/>
          </a:xfrm>
          <a:prstGeom prst="rect">
            <a:avLst/>
          </a:prstGeom>
          <a:solidFill>
            <a:srgbClr val="F0E3D8"/>
          </a:solidFill>
          <a:ln w="9525">
            <a:solidFill>
              <a:srgbClr val="DED1C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Koncepti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487168" y="1847088"/>
            <a:ext cx="3063240" cy="475488"/>
          </a:xfrm>
          <a:prstGeom prst="rect">
            <a:avLst/>
          </a:prstGeom>
          <a:solidFill>
            <a:srgbClr val="F0E3D8"/>
          </a:solidFill>
          <a:ln w="9525">
            <a:solidFill>
              <a:srgbClr val="DED1C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Cfare ben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550408" y="1847088"/>
            <a:ext cx="3063240" cy="475488"/>
          </a:xfrm>
          <a:prstGeom prst="rect">
            <a:avLst/>
          </a:prstGeom>
          <a:solidFill>
            <a:srgbClr val="F0E3D8"/>
          </a:solidFill>
          <a:ln w="9525">
            <a:solidFill>
              <a:srgbClr val="DED1C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Shembull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613648" y="1847088"/>
            <a:ext cx="2926080" cy="475488"/>
          </a:xfrm>
          <a:prstGeom prst="rect">
            <a:avLst/>
          </a:prstGeom>
          <a:solidFill>
            <a:srgbClr val="F0E3D8"/>
          </a:solidFill>
          <a:ln w="9525">
            <a:solidFill>
              <a:srgbClr val="DED1C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Roli i njeriut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58368" y="2322576"/>
            <a:ext cx="1828800" cy="713232"/>
          </a:xfrm>
          <a:prstGeom prst="rect">
            <a:avLst/>
          </a:prstGeom>
          <a:solidFill>
            <a:srgbClr val="FFFDF8"/>
          </a:solidFill>
          <a:ln w="9525">
            <a:solidFill>
              <a:srgbClr val="DED1C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Chatbot</a:t>
            </a:r>
            <a:endParaRPr lang="en-US" sz="1220" dirty="0"/>
          </a:p>
        </p:txBody>
      </p:sp>
      <p:sp>
        <p:nvSpPr>
          <p:cNvPr id="10" name="Text 8"/>
          <p:cNvSpPr/>
          <p:nvPr/>
        </p:nvSpPr>
        <p:spPr>
          <a:xfrm>
            <a:off x="2487168" y="2322576"/>
            <a:ext cx="3063240" cy="713232"/>
          </a:xfrm>
          <a:prstGeom prst="rect">
            <a:avLst/>
          </a:prstGeom>
          <a:solidFill>
            <a:srgbClr val="FFFDF8"/>
          </a:solidFill>
          <a:ln w="9525">
            <a:solidFill>
              <a:srgbClr val="DED1C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Pergjigjet kur pyetet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5550408" y="2322576"/>
            <a:ext cx="3063240" cy="713232"/>
          </a:xfrm>
          <a:prstGeom prst="rect">
            <a:avLst/>
          </a:prstGeom>
          <a:solidFill>
            <a:srgbClr val="FFFDF8"/>
          </a:solidFill>
          <a:ln w="9525">
            <a:solidFill>
              <a:srgbClr val="DED1C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ChatGPT per shpjegime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8613648" y="2322576"/>
            <a:ext cx="2926080" cy="713232"/>
          </a:xfrm>
          <a:prstGeom prst="rect">
            <a:avLst/>
          </a:prstGeom>
          <a:solidFill>
            <a:srgbClr val="FFFDF8"/>
          </a:solidFill>
          <a:ln w="9525">
            <a:solidFill>
              <a:srgbClr val="DED1C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Pyet dhe verifikon</a:t>
            </a:r>
            <a:endParaRPr lang="en-US" sz="1220" dirty="0"/>
          </a:p>
        </p:txBody>
      </p:sp>
      <p:sp>
        <p:nvSpPr>
          <p:cNvPr id="13" name="Text 11"/>
          <p:cNvSpPr/>
          <p:nvPr/>
        </p:nvSpPr>
        <p:spPr>
          <a:xfrm>
            <a:off x="658368" y="3035808"/>
            <a:ext cx="1828800" cy="713232"/>
          </a:xfrm>
          <a:prstGeom prst="rect">
            <a:avLst/>
          </a:prstGeom>
          <a:solidFill>
            <a:srgbClr val="FFFDF8"/>
          </a:solidFill>
          <a:ln w="9525">
            <a:solidFill>
              <a:srgbClr val="DED1C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tool</a:t>
            </a:r>
            <a:endParaRPr lang="en-US" sz="1220" dirty="0"/>
          </a:p>
        </p:txBody>
      </p:sp>
      <p:sp>
        <p:nvSpPr>
          <p:cNvPr id="14" name="Text 12"/>
          <p:cNvSpPr/>
          <p:nvPr/>
        </p:nvSpPr>
        <p:spPr>
          <a:xfrm>
            <a:off x="2487168" y="3035808"/>
            <a:ext cx="3063240" cy="713232"/>
          </a:xfrm>
          <a:prstGeom prst="rect">
            <a:avLst/>
          </a:prstGeom>
          <a:solidFill>
            <a:srgbClr val="FFFDF8"/>
          </a:solidFill>
          <a:ln w="9525">
            <a:solidFill>
              <a:srgbClr val="DED1C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Kryen detyre specifike</a:t>
            </a:r>
            <a:endParaRPr lang="en-US" sz="1220" dirty="0"/>
          </a:p>
        </p:txBody>
      </p:sp>
      <p:sp>
        <p:nvSpPr>
          <p:cNvPr id="15" name="Text 13"/>
          <p:cNvSpPr/>
          <p:nvPr/>
        </p:nvSpPr>
        <p:spPr>
          <a:xfrm>
            <a:off x="5550408" y="3035808"/>
            <a:ext cx="3063240" cy="713232"/>
          </a:xfrm>
          <a:prstGeom prst="rect">
            <a:avLst/>
          </a:prstGeom>
          <a:solidFill>
            <a:srgbClr val="FFFDF8"/>
          </a:solidFill>
          <a:ln w="9525">
            <a:solidFill>
              <a:srgbClr val="DED1C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 per CV ose dizajn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8613648" y="3035808"/>
            <a:ext cx="2926080" cy="713232"/>
          </a:xfrm>
          <a:prstGeom prst="rect">
            <a:avLst/>
          </a:prstGeom>
          <a:solidFill>
            <a:srgbClr val="FFFDF8"/>
          </a:solidFill>
          <a:ln w="9525">
            <a:solidFill>
              <a:srgbClr val="DED1C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Kontrollon output-in</a:t>
            </a:r>
            <a:endParaRPr lang="en-US" sz="1220" dirty="0"/>
          </a:p>
        </p:txBody>
      </p:sp>
      <p:sp>
        <p:nvSpPr>
          <p:cNvPr id="17" name="Text 15"/>
          <p:cNvSpPr/>
          <p:nvPr/>
        </p:nvSpPr>
        <p:spPr>
          <a:xfrm>
            <a:off x="658368" y="3749040"/>
            <a:ext cx="1828800" cy="713232"/>
          </a:xfrm>
          <a:prstGeom prst="rect">
            <a:avLst/>
          </a:prstGeom>
          <a:solidFill>
            <a:srgbClr val="FFFDF8"/>
          </a:solidFill>
          <a:ln w="9525">
            <a:solidFill>
              <a:srgbClr val="DED1C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Automation</a:t>
            </a:r>
            <a:endParaRPr lang="en-US" sz="1220" dirty="0"/>
          </a:p>
        </p:txBody>
      </p:sp>
      <p:sp>
        <p:nvSpPr>
          <p:cNvPr id="18" name="Text 16"/>
          <p:cNvSpPr/>
          <p:nvPr/>
        </p:nvSpPr>
        <p:spPr>
          <a:xfrm>
            <a:off x="2487168" y="3749040"/>
            <a:ext cx="3063240" cy="713232"/>
          </a:xfrm>
          <a:prstGeom prst="rect">
            <a:avLst/>
          </a:prstGeom>
          <a:solidFill>
            <a:srgbClr val="FFFDF8"/>
          </a:solidFill>
          <a:ln w="9525">
            <a:solidFill>
              <a:srgbClr val="DED1C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Ekzekuton hapa te perseritshem</a:t>
            </a:r>
            <a:endParaRPr lang="en-US" sz="1220" dirty="0"/>
          </a:p>
        </p:txBody>
      </p:sp>
      <p:sp>
        <p:nvSpPr>
          <p:cNvPr id="19" name="Text 17"/>
          <p:cNvSpPr/>
          <p:nvPr/>
        </p:nvSpPr>
        <p:spPr>
          <a:xfrm>
            <a:off x="5550408" y="3749040"/>
            <a:ext cx="3063240" cy="713232"/>
          </a:xfrm>
          <a:prstGeom prst="rect">
            <a:avLst/>
          </a:prstGeom>
          <a:solidFill>
            <a:srgbClr val="FFFDF8"/>
          </a:solidFill>
          <a:ln w="9525">
            <a:solidFill>
              <a:srgbClr val="DED1C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Email pas form submission</a:t>
            </a:r>
            <a:endParaRPr lang="en-US" sz="1220" dirty="0"/>
          </a:p>
        </p:txBody>
      </p:sp>
      <p:sp>
        <p:nvSpPr>
          <p:cNvPr id="20" name="Text 18"/>
          <p:cNvSpPr/>
          <p:nvPr/>
        </p:nvSpPr>
        <p:spPr>
          <a:xfrm>
            <a:off x="8613648" y="3749040"/>
            <a:ext cx="2926080" cy="713232"/>
          </a:xfrm>
          <a:prstGeom prst="rect">
            <a:avLst/>
          </a:prstGeom>
          <a:solidFill>
            <a:srgbClr val="FFFDF8"/>
          </a:solidFill>
          <a:ln w="9525">
            <a:solidFill>
              <a:srgbClr val="DED1C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Vendos rregullat</a:t>
            </a:r>
            <a:endParaRPr lang="en-US" sz="1220" dirty="0"/>
          </a:p>
        </p:txBody>
      </p:sp>
      <p:sp>
        <p:nvSpPr>
          <p:cNvPr id="21" name="Text 19"/>
          <p:cNvSpPr/>
          <p:nvPr/>
        </p:nvSpPr>
        <p:spPr>
          <a:xfrm>
            <a:off x="658368" y="4462272"/>
            <a:ext cx="1828800" cy="713232"/>
          </a:xfrm>
          <a:prstGeom prst="rect">
            <a:avLst/>
          </a:prstGeom>
          <a:solidFill>
            <a:srgbClr val="FFFDF8"/>
          </a:solidFill>
          <a:ln w="9525">
            <a:solidFill>
              <a:srgbClr val="DED1C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agent</a:t>
            </a:r>
            <a:endParaRPr lang="en-US" sz="1220" dirty="0"/>
          </a:p>
        </p:txBody>
      </p:sp>
      <p:sp>
        <p:nvSpPr>
          <p:cNvPr id="22" name="Text 20"/>
          <p:cNvSpPr/>
          <p:nvPr/>
        </p:nvSpPr>
        <p:spPr>
          <a:xfrm>
            <a:off x="2487168" y="4462272"/>
            <a:ext cx="3063240" cy="713232"/>
          </a:xfrm>
          <a:prstGeom prst="rect">
            <a:avLst/>
          </a:prstGeom>
          <a:solidFill>
            <a:srgbClr val="FFFDF8"/>
          </a:solidFill>
          <a:ln w="9525">
            <a:solidFill>
              <a:srgbClr val="DED1C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Planifikon drejt objektivit</a:t>
            </a:r>
            <a:endParaRPr lang="en-US" sz="1220" dirty="0"/>
          </a:p>
        </p:txBody>
      </p:sp>
      <p:sp>
        <p:nvSpPr>
          <p:cNvPr id="23" name="Text 21"/>
          <p:cNvSpPr/>
          <p:nvPr/>
        </p:nvSpPr>
        <p:spPr>
          <a:xfrm>
            <a:off x="5550408" y="4462272"/>
            <a:ext cx="3063240" cy="713232"/>
          </a:xfrm>
          <a:prstGeom prst="rect">
            <a:avLst/>
          </a:prstGeom>
          <a:solidFill>
            <a:srgbClr val="FFFDF8"/>
          </a:solidFill>
          <a:ln w="9525">
            <a:solidFill>
              <a:srgbClr val="DED1C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Raport javor me burime</a:t>
            </a:r>
            <a:endParaRPr lang="en-US" sz="1220" dirty="0"/>
          </a:p>
        </p:txBody>
      </p:sp>
      <p:sp>
        <p:nvSpPr>
          <p:cNvPr id="24" name="Text 22"/>
          <p:cNvSpPr/>
          <p:nvPr/>
        </p:nvSpPr>
        <p:spPr>
          <a:xfrm>
            <a:off x="8613648" y="4462272"/>
            <a:ext cx="2926080" cy="713232"/>
          </a:xfrm>
          <a:prstGeom prst="rect">
            <a:avLst/>
          </a:prstGeom>
          <a:solidFill>
            <a:srgbClr val="FFFDF8"/>
          </a:solidFill>
          <a:ln w="9525">
            <a:solidFill>
              <a:srgbClr val="DED1C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Aprovon veprimet me risk</a:t>
            </a:r>
            <a:endParaRPr lang="en-US" sz="1220" dirty="0"/>
          </a:p>
        </p:txBody>
      </p:sp>
      <p:sp>
        <p:nvSpPr>
          <p:cNvPr id="25" name="Text 23"/>
          <p:cNvSpPr/>
          <p:nvPr/>
        </p:nvSpPr>
        <p:spPr>
          <a:xfrm>
            <a:off x="411480" y="64465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2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Fundamentals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292840" y="642823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2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43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MODULI 1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786384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2D29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Dy gabime qe duhen shmangur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85216" y="1353312"/>
            <a:ext cx="777240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E62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Keto jane pikat ku studentet zakonisht ngaterrohen.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822960" y="1965960"/>
            <a:ext cx="4800600" cy="2331720"/>
          </a:xfrm>
          <a:prstGeom prst="roundRect">
            <a:avLst>
              <a:gd name="adj" fmla="val 3137"/>
            </a:avLst>
          </a:prstGeom>
          <a:solidFill>
            <a:srgbClr val="FFFDF8"/>
          </a:solidFill>
          <a:ln>
            <a:solidFill>
              <a:srgbClr val="DED1C6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 cdo perdorim i ChatGPT eshte agent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Nese vetem pyet dhe merr pergjigje, eshte chatbot usage. Agent do te thote objektiv, hapa dhe mjete.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1965960"/>
            <a:ext cx="54864" cy="2331720"/>
          </a:xfrm>
          <a:prstGeom prst="rect">
            <a:avLst/>
          </a:prstGeom>
          <a:solidFill>
            <a:srgbClr val="8B432F"/>
          </a:solidFill>
          <a:ln w="12700">
            <a:solidFill>
              <a:srgbClr val="8B432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37960" y="1965960"/>
            <a:ext cx="4800600" cy="2331720"/>
          </a:xfrm>
          <a:prstGeom prst="roundRect">
            <a:avLst>
              <a:gd name="adj" fmla="val 3137"/>
            </a:avLst>
          </a:prstGeom>
          <a:solidFill>
            <a:srgbClr val="FFFDF8"/>
          </a:solidFill>
          <a:ln>
            <a:solidFill>
              <a:srgbClr val="DED1C6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 cdo automatizim ka nevoje per AI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Nese procesi eshte i thjeshte dhe i rregullt, automation klasik mjafton. AI hyn kur duhet interpretim.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537960" y="1965960"/>
            <a:ext cx="54864" cy="2331720"/>
          </a:xfrm>
          <a:prstGeom prst="rect">
            <a:avLst/>
          </a:prstGeom>
          <a:solidFill>
            <a:srgbClr val="6B7A57"/>
          </a:solidFill>
          <a:ln w="12700">
            <a:solidFill>
              <a:srgbClr val="6B7A57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498348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Pyetja e shpejte: A po kupton tekst dhe merr vendim, apo vetem po ndjek rregulla?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411480" y="64465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2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Fundamentals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1292840" y="642823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2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43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MODULI 1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786384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2D29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Aktivitet praktik 1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85216" y="1353312"/>
            <a:ext cx="777240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E62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Vendosni per secilin rast: chatbot, tool, automation apo agent.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4983480" cy="1097280"/>
          </a:xfrm>
          <a:prstGeom prst="roundRect">
            <a:avLst>
              <a:gd name="adj" fmla="val 6667"/>
            </a:avLst>
          </a:prstGeom>
          <a:solidFill>
            <a:srgbClr val="FFFDF8"/>
          </a:solidFill>
          <a:ln>
            <a:solidFill>
              <a:srgbClr val="DED1C6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Skenari A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Studenti pyet: Shpjego ma thjeshte regresionin linear.</a:t>
            </a:r>
            <a:endParaRPr lang="en-US" sz="132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54864" cy="1097280"/>
          </a:xfrm>
          <a:prstGeom prst="rect">
            <a:avLst/>
          </a:prstGeom>
          <a:solidFill>
            <a:srgbClr val="4C6C8C"/>
          </a:solidFill>
          <a:ln w="12700">
            <a:solidFill>
              <a:srgbClr val="4C6C8C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46520" y="1828800"/>
            <a:ext cx="4983480" cy="1097280"/>
          </a:xfrm>
          <a:prstGeom prst="roundRect">
            <a:avLst>
              <a:gd name="adj" fmla="val 6667"/>
            </a:avLst>
          </a:prstGeom>
          <a:solidFill>
            <a:srgbClr val="FFFDF8"/>
          </a:solidFill>
          <a:ln>
            <a:solidFill>
              <a:srgbClr val="DED1C6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Skenari B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Aplikacioni krijon poster per event nga nje template.</a:t>
            </a:r>
            <a:endParaRPr lang="en-US" sz="1320" dirty="0"/>
          </a:p>
        </p:txBody>
      </p:sp>
      <p:sp>
        <p:nvSpPr>
          <p:cNvPr id="8" name="Shape 6"/>
          <p:cNvSpPr/>
          <p:nvPr/>
        </p:nvSpPr>
        <p:spPr>
          <a:xfrm>
            <a:off x="6446520" y="1828800"/>
            <a:ext cx="54864" cy="1097280"/>
          </a:xfrm>
          <a:prstGeom prst="rect">
            <a:avLst/>
          </a:prstGeom>
          <a:solidFill>
            <a:srgbClr val="C56649"/>
          </a:solidFill>
          <a:ln w="12700">
            <a:solidFill>
              <a:srgbClr val="C56649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429000"/>
            <a:ext cx="4983480" cy="1097280"/>
          </a:xfrm>
          <a:prstGeom prst="roundRect">
            <a:avLst>
              <a:gd name="adj" fmla="val 6667"/>
            </a:avLst>
          </a:prstGeom>
          <a:solidFill>
            <a:srgbClr val="FFFDF8"/>
          </a:solidFill>
          <a:ln>
            <a:solidFill>
              <a:srgbClr val="DED1C6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Skenari C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Cdo te premte gjenerohet automatikisht email per pjesemarrje.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731520" y="3429000"/>
            <a:ext cx="54864" cy="1097280"/>
          </a:xfrm>
          <a:prstGeom prst="rect">
            <a:avLst/>
          </a:prstGeom>
          <a:solidFill>
            <a:srgbClr val="6B7A57"/>
          </a:solidFill>
          <a:ln w="12700">
            <a:solidFill>
              <a:srgbClr val="6B7A57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3429000"/>
            <a:ext cx="4983480" cy="1097280"/>
          </a:xfrm>
          <a:prstGeom prst="roundRect">
            <a:avLst>
              <a:gd name="adj" fmla="val 6667"/>
            </a:avLst>
          </a:prstGeom>
          <a:solidFill>
            <a:srgbClr val="FFFDF8"/>
          </a:solidFill>
          <a:ln>
            <a:solidFill>
              <a:srgbClr val="DED1C6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Skenari D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Sistemi merr objektiv: gjej leads, permbledh profilin dhe pergatit draft email.</a:t>
            </a:r>
            <a:endParaRPr lang="en-US" sz="1320" dirty="0"/>
          </a:p>
        </p:txBody>
      </p:sp>
      <p:sp>
        <p:nvSpPr>
          <p:cNvPr id="12" name="Shape 10"/>
          <p:cNvSpPr/>
          <p:nvPr/>
        </p:nvSpPr>
        <p:spPr>
          <a:xfrm>
            <a:off x="6446520" y="3429000"/>
            <a:ext cx="54864" cy="1097280"/>
          </a:xfrm>
          <a:prstGeom prst="rect">
            <a:avLst/>
          </a:prstGeom>
          <a:solidFill>
            <a:srgbClr val="8B432F"/>
          </a:solidFill>
          <a:ln w="12700">
            <a:solidFill>
              <a:srgbClr val="8B432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534924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43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Diskutim: cfare do ta bente nje skenar me shume ose me pak autonom?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11480" y="64465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2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Fundamentals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1292840" y="642823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2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43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MODULI 1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786384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2D29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Perdorime reale ne edukim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85216" y="1353312"/>
            <a:ext cx="777240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E62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ndihmon mesimin, por nuk e zevendeson kuptimin.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3337560" cy="1874520"/>
          </a:xfrm>
          <a:prstGeom prst="roundRect">
            <a:avLst>
              <a:gd name="adj" fmla="val 3902"/>
            </a:avLst>
          </a:prstGeom>
          <a:solidFill>
            <a:srgbClr val="FFFDF8"/>
          </a:solidFill>
          <a:ln>
            <a:solidFill>
              <a:srgbClr val="DED1C6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Shpjegim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Koncepte te veshtira me shembuj te thjeshte.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1920240"/>
            <a:ext cx="54864" cy="1874520"/>
          </a:xfrm>
          <a:prstGeom prst="rect">
            <a:avLst/>
          </a:prstGeom>
          <a:solidFill>
            <a:srgbClr val="4C6C8C"/>
          </a:solidFill>
          <a:ln w="12700">
            <a:solidFill>
              <a:srgbClr val="4C6C8C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34840" y="1920240"/>
            <a:ext cx="3337560" cy="1874520"/>
          </a:xfrm>
          <a:prstGeom prst="roundRect">
            <a:avLst>
              <a:gd name="adj" fmla="val 3902"/>
            </a:avLst>
          </a:prstGeom>
          <a:solidFill>
            <a:srgbClr val="FFFDF8"/>
          </a:solidFill>
          <a:ln>
            <a:solidFill>
              <a:srgbClr val="DED1C6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Kuize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Pyetje me nivele te ndryshme veshtiresie.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434840" y="1920240"/>
            <a:ext cx="54864" cy="1874520"/>
          </a:xfrm>
          <a:prstGeom prst="rect">
            <a:avLst/>
          </a:prstGeom>
          <a:solidFill>
            <a:srgbClr val="C56649"/>
          </a:solidFill>
          <a:ln w="12700">
            <a:solidFill>
              <a:srgbClr val="C56649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0" y="1920240"/>
            <a:ext cx="3337560" cy="1874520"/>
          </a:xfrm>
          <a:prstGeom prst="roundRect">
            <a:avLst>
              <a:gd name="adj" fmla="val 3902"/>
            </a:avLst>
          </a:prstGeom>
          <a:solidFill>
            <a:srgbClr val="FFFDF8"/>
          </a:solidFill>
          <a:ln>
            <a:solidFill>
              <a:srgbClr val="DED1C6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Plane mesimi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Objektiva, aktivitete dhe vleresim per oren.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138160" y="1920240"/>
            <a:ext cx="54864" cy="1874520"/>
          </a:xfrm>
          <a:prstGeom prst="rect">
            <a:avLst/>
          </a:prstGeom>
          <a:solidFill>
            <a:srgbClr val="6B7A57"/>
          </a:solidFill>
          <a:ln w="12700">
            <a:solidFill>
              <a:srgbClr val="6B7A57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572000"/>
            <a:ext cx="1024128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Permbledhje kapitujsh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Feedback mbi ese ose projekte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Shembuj praktike per kod, matematike ose teori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11480" y="64465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2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Fundamentals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1292840" y="642823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2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43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MODULI 1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786384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2D29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Perdorime reale ne biznes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85216" y="1353312"/>
            <a:ext cx="777240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E62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perdoret aty ku ka komunikim, tekst, dokumente dhe analiza.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3383280" cy="2011680"/>
          </a:xfrm>
          <a:prstGeom prst="roundRect">
            <a:avLst>
              <a:gd name="adj" fmla="val 3636"/>
            </a:avLst>
          </a:prstGeom>
          <a:solidFill>
            <a:srgbClr val="FFFDF8"/>
          </a:solidFill>
          <a:ln>
            <a:solidFill>
              <a:srgbClr val="DED1C6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Email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Draftim, rishkrim profesional, pergjigje te shpejta.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54864" cy="2011680"/>
          </a:xfrm>
          <a:prstGeom prst="rect">
            <a:avLst/>
          </a:prstGeom>
          <a:solidFill>
            <a:srgbClr val="C56649"/>
          </a:solidFill>
          <a:ln w="12700">
            <a:solidFill>
              <a:srgbClr val="C56649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34840" y="1828800"/>
            <a:ext cx="3383280" cy="2011680"/>
          </a:xfrm>
          <a:prstGeom prst="roundRect">
            <a:avLst>
              <a:gd name="adj" fmla="val 3636"/>
            </a:avLst>
          </a:prstGeom>
          <a:solidFill>
            <a:srgbClr val="FFFDF8"/>
          </a:solidFill>
          <a:ln>
            <a:solidFill>
              <a:srgbClr val="DED1C6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Raporte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Permbledhje javore, insight-e dhe rekomandime.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434840" y="1828800"/>
            <a:ext cx="54864" cy="2011680"/>
          </a:xfrm>
          <a:prstGeom prst="rect">
            <a:avLst/>
          </a:prstGeom>
          <a:solidFill>
            <a:srgbClr val="6B7A57"/>
          </a:solidFill>
          <a:ln w="12700">
            <a:solidFill>
              <a:srgbClr val="6B7A57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0" y="1828800"/>
            <a:ext cx="3383280" cy="2011680"/>
          </a:xfrm>
          <a:prstGeom prst="roundRect">
            <a:avLst>
              <a:gd name="adj" fmla="val 3636"/>
            </a:avLst>
          </a:prstGeom>
          <a:solidFill>
            <a:srgbClr val="FFFDF8"/>
          </a:solidFill>
          <a:ln>
            <a:solidFill>
              <a:srgbClr val="DED1C6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Pergjigje fillestare dhe klasifikim i kerkesave.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138160" y="1828800"/>
            <a:ext cx="54864" cy="2011680"/>
          </a:xfrm>
          <a:prstGeom prst="rect">
            <a:avLst/>
          </a:prstGeom>
          <a:solidFill>
            <a:srgbClr val="4C6C8C"/>
          </a:solidFill>
          <a:ln w="12700">
            <a:solidFill>
              <a:srgbClr val="4C6C8C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475488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Shembuj shtese: marketing, shitje, analiza e feedback-ut, dokumentim i proceseve.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11480" y="64465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2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Fundamentals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1292840" y="642823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2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43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MODULI 1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786384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2D29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Perdorime reale ne karriere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85216" y="1353312"/>
            <a:ext cx="777240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E62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e ndihmon prezantimin profesional, por informacioni duhet te jete i sakte.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77240" y="1920240"/>
            <a:ext cx="3429000" cy="2057400"/>
          </a:xfrm>
          <a:prstGeom prst="roundRect">
            <a:avLst>
              <a:gd name="adj" fmla="val 3556"/>
            </a:avLst>
          </a:prstGeom>
          <a:solidFill>
            <a:srgbClr val="FFFDF8"/>
          </a:solidFill>
          <a:ln>
            <a:solidFill>
              <a:srgbClr val="DED1C6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CV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Ristrukturim, bullets me impact dhe pershtatje per role.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" y="1920240"/>
            <a:ext cx="54864" cy="2057400"/>
          </a:xfrm>
          <a:prstGeom prst="rect">
            <a:avLst/>
          </a:prstGeom>
          <a:solidFill>
            <a:srgbClr val="4C6C8C"/>
          </a:solidFill>
          <a:ln w="12700">
            <a:solidFill>
              <a:srgbClr val="4C6C8C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0" y="1920240"/>
            <a:ext cx="3429000" cy="2057400"/>
          </a:xfrm>
          <a:prstGeom prst="roundRect">
            <a:avLst>
              <a:gd name="adj" fmla="val 3556"/>
            </a:avLst>
          </a:prstGeom>
          <a:solidFill>
            <a:srgbClr val="FFFDF8"/>
          </a:solidFill>
          <a:ln>
            <a:solidFill>
              <a:srgbClr val="DED1C6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LinkedIn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Headline, About section dhe postime profesionale.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389120" y="1920240"/>
            <a:ext cx="54864" cy="2057400"/>
          </a:xfrm>
          <a:prstGeom prst="rect">
            <a:avLst/>
          </a:prstGeom>
          <a:solidFill>
            <a:srgbClr val="C56649"/>
          </a:solidFill>
          <a:ln w="12700">
            <a:solidFill>
              <a:srgbClr val="C56649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01000" y="1920240"/>
            <a:ext cx="3429000" cy="2057400"/>
          </a:xfrm>
          <a:prstGeom prst="roundRect">
            <a:avLst>
              <a:gd name="adj" fmla="val 3556"/>
            </a:avLst>
          </a:prstGeom>
          <a:solidFill>
            <a:srgbClr val="FFFDF8"/>
          </a:solidFill>
          <a:ln>
            <a:solidFill>
              <a:srgbClr val="DED1C6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Intervista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Pyetje prove, pergjigje STAR dhe simulim bisede.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001000" y="1920240"/>
            <a:ext cx="54864" cy="2057400"/>
          </a:xfrm>
          <a:prstGeom prst="rect">
            <a:avLst/>
          </a:prstGeom>
          <a:solidFill>
            <a:srgbClr val="6B7A57"/>
          </a:solidFill>
          <a:ln w="12700">
            <a:solidFill>
              <a:srgbClr val="6B7A57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4709160"/>
            <a:ext cx="996696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Mos shpik eksperienca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Mat rezultatet me numra kur eshte e vertete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Ruaj stil personal dhe gjuhen tende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11480" y="64465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2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Fundamentals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1292840" y="642823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2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43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MODULI 1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786384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2D29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Perdorime reale ne administrate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85216" y="1353312"/>
            <a:ext cx="777240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E62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ndihmon ne organizim, dokumente dhe procedure.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3383280" cy="2057400"/>
          </a:xfrm>
          <a:prstGeom prst="roundRect">
            <a:avLst>
              <a:gd name="adj" fmla="val 3556"/>
            </a:avLst>
          </a:prstGeom>
          <a:solidFill>
            <a:srgbClr val="FFFDF8"/>
          </a:solidFill>
          <a:ln>
            <a:solidFill>
              <a:srgbClr val="DED1C6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Dokumente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Njoftime, kerkesa, procesverbale dhe template.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1920240"/>
            <a:ext cx="54864" cy="2057400"/>
          </a:xfrm>
          <a:prstGeom prst="rect">
            <a:avLst/>
          </a:prstGeom>
          <a:solidFill>
            <a:srgbClr val="C56649"/>
          </a:solidFill>
          <a:ln w="12700">
            <a:solidFill>
              <a:srgbClr val="C56649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34840" y="1920240"/>
            <a:ext cx="3383280" cy="2057400"/>
          </a:xfrm>
          <a:prstGeom prst="roundRect">
            <a:avLst>
              <a:gd name="adj" fmla="val 3556"/>
            </a:avLst>
          </a:prstGeom>
          <a:solidFill>
            <a:srgbClr val="FFFDF8"/>
          </a:solidFill>
          <a:ln>
            <a:solidFill>
              <a:srgbClr val="DED1C6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Tabela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Pastrimi i listes, kategorizim dhe raporte te shkurtra.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434840" y="1920240"/>
            <a:ext cx="54864" cy="2057400"/>
          </a:xfrm>
          <a:prstGeom prst="rect">
            <a:avLst/>
          </a:prstGeom>
          <a:solidFill>
            <a:srgbClr val="6B7A57"/>
          </a:solidFill>
          <a:ln w="12700">
            <a:solidFill>
              <a:srgbClr val="6B7A57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0" y="1920240"/>
            <a:ext cx="3383280" cy="2057400"/>
          </a:xfrm>
          <a:prstGeom prst="roundRect">
            <a:avLst>
              <a:gd name="adj" fmla="val 3556"/>
            </a:avLst>
          </a:prstGeom>
          <a:solidFill>
            <a:srgbClr val="FFFDF8"/>
          </a:solidFill>
          <a:ln>
            <a:solidFill>
              <a:srgbClr val="DED1C6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Procedura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Hapat e procesit, checklist dhe pergjegjesite.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138160" y="1920240"/>
            <a:ext cx="54864" cy="2057400"/>
          </a:xfrm>
          <a:prstGeom prst="rect">
            <a:avLst/>
          </a:prstGeom>
          <a:solidFill>
            <a:srgbClr val="4C6C8C"/>
          </a:solidFill>
          <a:ln w="12700">
            <a:solidFill>
              <a:srgbClr val="4C6C8C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480060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43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Shembull: nga nje liste studentesh krijo email, orar, raport dhe reminder.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11480" y="64465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2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Fundamentals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1292840" y="642823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2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43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MODULI 1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786384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2D29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Perdorime reale ne kreativitet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85216" y="1353312"/>
            <a:ext cx="777240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E62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eshte partner per ide, jo zevendesim i shijes dhe vendimit final.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3337560" cy="2057400"/>
          </a:xfrm>
          <a:prstGeom prst="roundRect">
            <a:avLst>
              <a:gd name="adj" fmla="val 3556"/>
            </a:avLst>
          </a:prstGeom>
          <a:solidFill>
            <a:srgbClr val="FFFDF8"/>
          </a:solidFill>
          <a:ln>
            <a:solidFill>
              <a:srgbClr val="DED1C6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Brainstorming per projekte, kampanja ose produkte.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1920240"/>
            <a:ext cx="54864" cy="2057400"/>
          </a:xfrm>
          <a:prstGeom prst="rect">
            <a:avLst/>
          </a:prstGeom>
          <a:solidFill>
            <a:srgbClr val="6B7A57"/>
          </a:solidFill>
          <a:ln w="12700">
            <a:solidFill>
              <a:srgbClr val="6B7A57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34840" y="1920240"/>
            <a:ext cx="3337560" cy="2057400"/>
          </a:xfrm>
          <a:prstGeom prst="roundRect">
            <a:avLst>
              <a:gd name="adj" fmla="val 3556"/>
            </a:avLst>
          </a:prstGeom>
          <a:solidFill>
            <a:srgbClr val="FFFDF8"/>
          </a:solidFill>
          <a:ln>
            <a:solidFill>
              <a:srgbClr val="DED1C6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Skenare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Script per video, prezantime dhe demonstrime.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434840" y="1920240"/>
            <a:ext cx="54864" cy="2057400"/>
          </a:xfrm>
          <a:prstGeom prst="rect">
            <a:avLst/>
          </a:prstGeom>
          <a:solidFill>
            <a:srgbClr val="C56649"/>
          </a:solidFill>
          <a:ln w="12700">
            <a:solidFill>
              <a:srgbClr val="C56649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0" y="1920240"/>
            <a:ext cx="3337560" cy="2057400"/>
          </a:xfrm>
          <a:prstGeom prst="roundRect">
            <a:avLst>
              <a:gd name="adj" fmla="val 3556"/>
            </a:avLst>
          </a:prstGeom>
          <a:solidFill>
            <a:srgbClr val="FFFDF8"/>
          </a:solidFill>
          <a:ln>
            <a:solidFill>
              <a:srgbClr val="DED1C6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Permbajtje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Postime, slajde, image prompts dhe struktura.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138160" y="1920240"/>
            <a:ext cx="54864" cy="2057400"/>
          </a:xfrm>
          <a:prstGeom prst="rect">
            <a:avLst/>
          </a:prstGeom>
          <a:solidFill>
            <a:srgbClr val="4C6C8C"/>
          </a:solidFill>
          <a:ln w="12700">
            <a:solidFill>
              <a:srgbClr val="4C6C8C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4526280"/>
            <a:ext cx="9235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E62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classroom chat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371600" y="4864608"/>
            <a:ext cx="7203643" cy="575158"/>
          </a:xfrm>
          <a:prstGeom prst="roundRect">
            <a:avLst/>
          </a:prstGeom>
          <a:solidFill>
            <a:srgbClr val="FFFFFF"/>
          </a:solidFill>
          <a:ln>
            <a:solidFill>
              <a:srgbClr val="DED1C6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Studenti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Jep 5 ide per nje prezantim per AI ne biznes.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3033979" y="5473598"/>
            <a:ext cx="7573061" cy="608990"/>
          </a:xfrm>
          <a:prstGeom prst="roundRect">
            <a:avLst/>
          </a:prstGeom>
          <a:solidFill>
            <a:srgbClr val="EFE7DE"/>
          </a:solidFill>
          <a:ln>
            <a:solidFill>
              <a:srgbClr val="EFE7DE">
                <a:alpha val="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 cdo ide, shto audience, objective dhe aktivitet praktik.</a:t>
            </a:r>
            <a:endParaRPr lang="en-US" sz="1060" dirty="0"/>
          </a:p>
        </p:txBody>
      </p:sp>
      <p:sp>
        <p:nvSpPr>
          <p:cNvPr id="14" name="Text 12"/>
          <p:cNvSpPr/>
          <p:nvPr/>
        </p:nvSpPr>
        <p:spPr>
          <a:xfrm>
            <a:off x="411480" y="64465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2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Fundamentals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1292840" y="642823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2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43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MODULI 1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786384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2D29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Siguria: PII dhe kontrolli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85216" y="1353312"/>
            <a:ext cx="777240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E62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Perdorimi profesional i AI kerkon kujdes me te dhenat personale.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4892040" cy="2331720"/>
          </a:xfrm>
          <a:prstGeom prst="roundRect">
            <a:avLst>
              <a:gd name="adj" fmla="val 3137"/>
            </a:avLst>
          </a:prstGeom>
          <a:solidFill>
            <a:srgbClr val="FFFDF8"/>
          </a:solidFill>
          <a:ln>
            <a:solidFill>
              <a:srgbClr val="DED1C6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Personal Identifiable Information: emer, mbiemer, ID, email, telefon, adrese, llogari bankare.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54864" cy="2331720"/>
          </a:xfrm>
          <a:prstGeom prst="rect">
            <a:avLst/>
          </a:prstGeom>
          <a:solidFill>
            <a:srgbClr val="8B432F"/>
          </a:solidFill>
          <a:ln w="12700">
            <a:solidFill>
              <a:srgbClr val="8B432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92240" y="1828800"/>
            <a:ext cx="4892040" cy="2331720"/>
          </a:xfrm>
          <a:prstGeom prst="roundRect">
            <a:avLst>
              <a:gd name="adj" fmla="val 3137"/>
            </a:avLst>
          </a:prstGeom>
          <a:solidFill>
            <a:srgbClr val="FFFDF8"/>
          </a:solidFill>
          <a:ln>
            <a:solidFill>
              <a:srgbClr val="DED1C6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Rregulli praktik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 vendos te dhena sensitive ne tools publike pa leje, pa arsye dhe pa mbrojtje.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92240" y="1828800"/>
            <a:ext cx="54864" cy="2331720"/>
          </a:xfrm>
          <a:prstGeom prst="rect">
            <a:avLst/>
          </a:prstGeom>
          <a:solidFill>
            <a:srgbClr val="6B7A57"/>
          </a:solidFill>
          <a:ln w="12700">
            <a:solidFill>
              <a:srgbClr val="6B7A57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4709160"/>
            <a:ext cx="1014984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Anonimizo shembujt ne klase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Kontrollo output-in para publikimit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Perdor approval kur sistemi dergon email ose ndryshon te dhena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11480" y="64465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2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Fundamentals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1292840" y="642823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2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43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MODULI 1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786384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2D29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Aktivitet praktik 2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85216" y="1353312"/>
            <a:ext cx="777240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E62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Studentet zgjedhin 5 profesione dhe gjejne nga 3 perdorime konkrete te AI per secilin.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3337560" cy="2606040"/>
          </a:xfrm>
          <a:prstGeom prst="roundRect">
            <a:avLst>
              <a:gd name="adj" fmla="val 2807"/>
            </a:avLst>
          </a:prstGeom>
          <a:solidFill>
            <a:srgbClr val="FFFDF8"/>
          </a:solidFill>
          <a:ln>
            <a:solidFill>
              <a:srgbClr val="DED1C6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Shembull formati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Profesioni: Mesues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Plan mesimi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Kuiz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Feedback per detyra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822960" y="1828800"/>
            <a:ext cx="54864" cy="2606040"/>
          </a:xfrm>
          <a:prstGeom prst="rect">
            <a:avLst/>
          </a:prstGeom>
          <a:solidFill>
            <a:srgbClr val="4C6C8C"/>
          </a:solidFill>
          <a:ln w="12700">
            <a:solidFill>
              <a:srgbClr val="4C6C8C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34840" y="1828800"/>
            <a:ext cx="3337560" cy="2606040"/>
          </a:xfrm>
          <a:prstGeom prst="roundRect">
            <a:avLst>
              <a:gd name="adj" fmla="val 2807"/>
            </a:avLst>
          </a:prstGeom>
          <a:solidFill>
            <a:srgbClr val="FFFDF8"/>
          </a:solidFill>
          <a:ln>
            <a:solidFill>
              <a:srgbClr val="DED1C6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Profesione te mundshme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Mjek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Avokat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Marketing specialist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Software developer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Zyrtar administrate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434840" y="1828800"/>
            <a:ext cx="54864" cy="2606040"/>
          </a:xfrm>
          <a:prstGeom prst="rect">
            <a:avLst/>
          </a:prstGeom>
          <a:solidFill>
            <a:srgbClr val="C56649"/>
          </a:solidFill>
          <a:ln w="12700">
            <a:solidFill>
              <a:srgbClr val="C56649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0" y="1828800"/>
            <a:ext cx="3337560" cy="2606040"/>
          </a:xfrm>
          <a:prstGeom prst="roundRect">
            <a:avLst>
              <a:gd name="adj" fmla="val 2807"/>
            </a:avLst>
          </a:prstGeom>
          <a:solidFill>
            <a:srgbClr val="FFFDF8"/>
          </a:solidFill>
          <a:ln>
            <a:solidFill>
              <a:srgbClr val="DED1C6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Prezantimi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Secili grup prezanton nje profesion dhe arsyeton pse eshte chatbot, tool, automation ose agent.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046720" y="1828800"/>
            <a:ext cx="54864" cy="2606040"/>
          </a:xfrm>
          <a:prstGeom prst="rect">
            <a:avLst/>
          </a:prstGeom>
          <a:solidFill>
            <a:srgbClr val="6B7A57"/>
          </a:solidFill>
          <a:ln w="12700">
            <a:solidFill>
              <a:srgbClr val="6B7A57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525780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8B43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Qellimi: te mos permendim vetem emra app-esh, por te shohim perdorimin real.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11480" y="64465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2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Fundamentals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1292840" y="642823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2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43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MODULI 1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786384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2D29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Detyra per oren tjeter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85216" y="1353312"/>
            <a:ext cx="777240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E62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Pergatitja teknike para se te fillojme me praktike.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1143000" y="1828800"/>
            <a:ext cx="6675120" cy="4069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Lexoni rreth SMTP Servers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Sign Up ne Github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Download Git &amp; Github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Download Python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Download VS Code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 Download NPM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 Sign Up ne Openrouter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909560" y="187452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E62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classroom chat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909560" y="2212848"/>
            <a:ext cx="2531974" cy="994867"/>
          </a:xfrm>
          <a:prstGeom prst="roundRect">
            <a:avLst/>
          </a:prstGeom>
          <a:solidFill>
            <a:srgbClr val="FFFFFF"/>
          </a:solidFill>
          <a:ln>
            <a:solidFill>
              <a:srgbClr val="DED1C6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Studenti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Pse keto setup?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8493862" y="3513125"/>
            <a:ext cx="2661818" cy="1053389"/>
          </a:xfrm>
          <a:prstGeom prst="roundRect">
            <a:avLst/>
          </a:prstGeom>
          <a:solidFill>
            <a:srgbClr val="EFE7DE"/>
          </a:solidFill>
          <a:ln>
            <a:solidFill>
              <a:srgbClr val="EFE7DE">
                <a:alpha val="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Sepse na duhen per API, code, frontend dhe integrim me LLM.</a:t>
            </a:r>
            <a:endParaRPr lang="en-US" sz="1060" dirty="0"/>
          </a:p>
        </p:txBody>
      </p:sp>
      <p:sp>
        <p:nvSpPr>
          <p:cNvPr id="9" name="Text 7"/>
          <p:cNvSpPr/>
          <p:nvPr/>
        </p:nvSpPr>
        <p:spPr>
          <a:xfrm>
            <a:off x="8092440" y="5120640"/>
            <a:ext cx="2834640" cy="329184"/>
          </a:xfrm>
          <a:prstGeom prst="roundRect">
            <a:avLst>
              <a:gd name="adj" fmla="val 22222"/>
            </a:avLst>
          </a:prstGeom>
          <a:solidFill>
            <a:srgbClr val="EAD9CC"/>
          </a:solidFill>
          <a:ln>
            <a:solidFill>
              <a:srgbClr val="EAD9CC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Kontrollojeni para klases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1480" y="64465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2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Fundamentals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1292840" y="642823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2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modern_softly_lit_workspace_classroom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9808" y="841248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D29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 oren e ardhshme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786384" y="1627632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E62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Nga konceptet kalojme ne setup dhe integrim praktik me API.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822960" y="2743200"/>
            <a:ext cx="3749040" cy="2377440"/>
          </a:xfrm>
          <a:prstGeom prst="roundRect">
            <a:avLst>
              <a:gd name="adj" fmla="val 3077"/>
            </a:avLst>
          </a:prstGeom>
          <a:solidFill>
            <a:srgbClr val="FFFDF8"/>
          </a:solidFill>
          <a:ln>
            <a:solidFill>
              <a:srgbClr val="DED1C6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Checklist ne klase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Llogaria ne GitHub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dhe VS Code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NPM dhe Git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OpenRouter account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Pyetje rreth SMTP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822960" y="2743200"/>
            <a:ext cx="54864" cy="2377440"/>
          </a:xfrm>
          <a:prstGeom prst="rect">
            <a:avLst/>
          </a:prstGeom>
          <a:solidFill>
            <a:srgbClr val="8B432F"/>
          </a:solidFill>
          <a:ln w="12700">
            <a:solidFill>
              <a:srgbClr val="8B432F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937760" y="2743200"/>
            <a:ext cx="4114800" cy="2377440"/>
          </a:xfrm>
          <a:prstGeom prst="roundRect">
            <a:avLst>
              <a:gd name="adj" fmla="val 3077"/>
            </a:avLst>
          </a:prstGeom>
          <a:solidFill>
            <a:srgbClr val="FFFDF8"/>
          </a:solidFill>
          <a:ln>
            <a:solidFill>
              <a:srgbClr val="DED1C6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Rezultati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D29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Studentet do te jene gati te krijojne nje app te thjeshte qe komunikon me nje LLM.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937760" y="2743200"/>
            <a:ext cx="54864" cy="2377440"/>
          </a:xfrm>
          <a:prstGeom prst="rect">
            <a:avLst/>
          </a:prstGeom>
          <a:solidFill>
            <a:srgbClr val="6B7A57"/>
          </a:solidFill>
          <a:ln w="12700">
            <a:solidFill>
              <a:srgbClr val="6B7A57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1480" y="64465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2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Fundamentals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1292840" y="642823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2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RIT TDI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Basics</dc:title>
  <dc:subject>Chatbot, AI tool, automation dhe AI agent</dc:subject>
  <dc:creator>Enes Jashari</dc:creator>
  <cp:lastModifiedBy>Enes Jashari</cp:lastModifiedBy>
  <cp:revision>1</cp:revision>
  <dcterms:created xsi:type="dcterms:W3CDTF">2026-07-08T10:27:20Z</dcterms:created>
  <dcterms:modified xsi:type="dcterms:W3CDTF">2026-07-08T10:27:20Z</dcterms:modified>
</cp:coreProperties>
</file>