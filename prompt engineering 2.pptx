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Sources checked: Google Gemini image generation and Nano Banana docs, Google Cloud Nano Banana prompting guide, GitHub Copilot custom instructions documentation, VS Code custom agents documentation.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pic>
        <p:nvPicPr>
          <p:cNvPr id="3" name="Image 0" descr="/mnt/data/a_screenshot_of_a_dark_themed_code_editor_ide_work.png">    </p:cNvPr>
          <p:cNvPicPr>
            <a:picLocks noChangeAspect="1"/>
          </p:cNvPicPr>
          <p:nvPr/>
        </p:nvPicPr>
        <p:blipFill>
          <a:blip r:embed="rId1"/>
          <a:srcRect l="16414" r="16414" t="0" b="0"/>
          <a:stretch/>
        </p:blipFill>
        <p:spPr>
          <a:xfrm>
            <a:off x="6629400" y="685800"/>
            <a:ext cx="5074920" cy="42519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05156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Prompt Engineering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658368" y="1627632"/>
            <a:ext cx="5349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Plan Mode, Build Mode, Image Prompts, and Shared AI Workflows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58368" y="276148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3C5FD"/>
                </a:solidFill>
              </a:rPr>
              <a:t>Simple English. Practical prompts. Real project workflow.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58368" y="589788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Lecture deck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students will learn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By the end, they can move from idea to working project using repeatable prompts.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08760"/>
            <a:ext cx="1463040" cy="310896"/>
          </a:xfrm>
          <a:prstGeom prst="rect">
            <a:avLst/>
          </a:prstGeom>
          <a:solidFill>
            <a:srgbClr val="EFF6FF"/>
          </a:solidFill>
          <a:ln w="10160">
            <a:solidFill>
              <a:srgbClr val="EFF6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first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AI to create a clear project plan before coding.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72200" y="1508760"/>
            <a:ext cx="1463040" cy="310896"/>
          </a:xfrm>
          <a:prstGeom prst="rect">
            <a:avLst/>
          </a:prstGeom>
          <a:solidFill>
            <a:srgbClr val="ECFDF5"/>
          </a:solidFill>
          <a:ln w="10160">
            <a:solidFill>
              <a:srgbClr val="ECFDF5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in steps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172200" y="201168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the plan into small, testable build tasks.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1463040" cy="310896"/>
          </a:xfrm>
          <a:prstGeom prst="rect">
            <a:avLst/>
          </a:prstGeom>
          <a:solidFill>
            <a:srgbClr val="F5F3FF"/>
          </a:solidFill>
          <a:ln w="10160">
            <a:solidFill>
              <a:srgbClr val="F5F3FF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visuals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416052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 strong Gemini / Nano Banana image prompts for app photos.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72200" y="3657600"/>
            <a:ext cx="1463040" cy="310896"/>
          </a:xfrm>
          <a:prstGeom prst="rect">
            <a:avLst/>
          </a:prstGeom>
          <a:solidFill>
            <a:srgbClr val="FFFBEB"/>
          </a:solidFill>
          <a:ln w="10160">
            <a:solidFill>
              <a:srgbClr val="FFFB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prompts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172200" y="4160520"/>
            <a:ext cx="4800600" cy="960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20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Store skills and prompts in a GitHub repo so the team can reuse them.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full AI development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one workflow from idea to shared reusable assets.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828800"/>
            <a:ext cx="50292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77724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77240" y="29077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we building?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560320" y="2084832"/>
            <a:ext cx="5486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3017520" y="1828800"/>
            <a:ext cx="50292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301752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Mode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017520" y="29077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AI to create the plan.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00600" y="2084832"/>
            <a:ext cx="5486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5257800" y="1828800"/>
            <a:ext cx="50292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525780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Mode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5257800" y="29077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one step at a time.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040880" y="2084832"/>
            <a:ext cx="5486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7498080" y="1828800"/>
            <a:ext cx="50292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749808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7498080" y="29077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 bugs and missing parts.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281160" y="2084832"/>
            <a:ext cx="548640" cy="0"/>
          </a:xfrm>
          <a:prstGeom prst="line">
            <a:avLst/>
          </a:prstGeom>
          <a:noFill/>
          <a:ln w="17780">
            <a:solidFill>
              <a:srgbClr val="CBD5E1"/>
            </a:solidFill>
            <a:prstDash val="solid"/>
            <a:headEnd type="none"/>
            <a:tailEnd type="triangle"/>
          </a:ln>
        </p:spPr>
      </p:sp>
      <p:sp>
        <p:nvSpPr>
          <p:cNvPr id="21" name="Text 19"/>
          <p:cNvSpPr/>
          <p:nvPr/>
        </p:nvSpPr>
        <p:spPr>
          <a:xfrm>
            <a:off x="9738360" y="1828800"/>
            <a:ext cx="502920" cy="50292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738360" y="251460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9738360" y="2907792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 prompts and skills in GitHub.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97280" y="4800600"/>
            <a:ext cx="10012680" cy="59436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Important: AI is not the project owner. You are. AI helps you plan, build, test, and explain.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03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Mode: think before building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Plan Mode is used before coding or before making big changes.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screenshot_of_a_dark_themed_code_editor_ide_work.png">    </p:cNvPr>
          <p:cNvPicPr>
            <a:picLocks noChangeAspect="1"/>
          </p:cNvPicPr>
          <p:nvPr/>
        </p:nvPicPr>
        <p:blipFill>
          <a:blip r:embed="rId1"/>
          <a:srcRect l="10333" r="10333" t="0" b="0"/>
          <a:stretch/>
        </p:blipFill>
        <p:spPr>
          <a:xfrm>
            <a:off x="5989320" y="1417320"/>
            <a:ext cx="5349240" cy="3794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08760"/>
            <a:ext cx="4800600" cy="3063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it when the task is unclear or large.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 AI to break the work into steps.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 for files, pages, data model, API routes, and tests.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the plan before starting Build Mode.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4828032"/>
            <a:ext cx="4800600" cy="54864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Plan Mode output = clear scope + ordered steps + risks + test plan.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04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Mode: make the plan real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Build Mode is used when the next task is clear enough to implement.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wide_desktop_screenshot_scene_of_a_code_editor_i.png">    </p:cNvPr>
          <p:cNvPicPr>
            <a:picLocks noChangeAspect="1"/>
          </p:cNvPicPr>
          <p:nvPr/>
        </p:nvPicPr>
        <p:blipFill>
          <a:blip r:embed="rId1"/>
          <a:srcRect l="10273" r="10273" t="0" b="0"/>
          <a:stretch/>
        </p:blipFill>
        <p:spPr>
          <a:xfrm>
            <a:off x="749808" y="1371600"/>
            <a:ext cx="548640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37960" y="1508760"/>
            <a:ext cx="4709160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Give one clear build task at a time.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Tell AI which files it may change.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 it to explain changes after coding.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tests or ask for a testing checklist.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changes before you accept them.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37960" y="4892040"/>
            <a:ext cx="4709160" cy="457200"/>
          </a:xfrm>
          <a:prstGeom prst="rect">
            <a:avLst/>
          </a:prstGeom>
          <a:solidFill>
            <a:srgbClr val="ECFDF5"/>
          </a:solidFill>
          <a:ln w="1016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rule: plan with a map, build with small steps.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05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Mode vs Build Mode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They are not competitors. They are two stages of the same workflow.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00200"/>
            <a:ext cx="10469880" cy="70180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    Best for    Main output    Human job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320290"/>
            <a:ext cx="10469880" cy="70180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   big or unclear task    steps and structure    approve or correct plan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3040380"/>
            <a:ext cx="10469880" cy="70180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   small clear task    code or files    review and test changes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760470"/>
            <a:ext cx="10469880" cy="70180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   after changes    risks and fixes    decide what to keep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005840" y="4892040"/>
            <a:ext cx="10195560" cy="594360"/>
          </a:xfrm>
          <a:prstGeom prst="rect">
            <a:avLst/>
          </a:prstGeom>
          <a:solidFill>
            <a:srgbClr val="FEF2F2"/>
          </a:solidFill>
          <a:ln w="10160">
            <a:solidFill>
              <a:srgbClr val="FECAC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DC26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Never ask AI to “build the whole app” at once. Ask it to plan first, then build small pieces.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06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project: Task Management App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simple project is better for learning because every part is visible.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clean_modern_web_app_dashboard_ui_screenshot_o.png">    </p:cNvPr>
          <p:cNvPicPr>
            <a:picLocks noChangeAspect="1"/>
          </p:cNvPicPr>
          <p:nvPr/>
        </p:nvPicPr>
        <p:blipFill>
          <a:blip r:embed="rId1"/>
          <a:srcRect l="12375" r="12375" t="0" b="0"/>
          <a:stretch/>
        </p:blipFill>
        <p:spPr>
          <a:xfrm>
            <a:off x="5852160" y="1325880"/>
            <a:ext cx="544068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08760"/>
            <a:ext cx="4663440" cy="32004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Dashboard with task statistics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Task list with status and priority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Create, update, and delete tasks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Assign a task to a user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Filter by status, owner, and due date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77240" y="4919472"/>
            <a:ext cx="4663440" cy="68580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Core entity: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 { id, title, description, status, priority, ownerId, dueDate }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07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Practice project: User Management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User management teaches roles, permissions, and safer application design.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clean_modern_web_application_ui_screenshot_user.png">    </p:cNvPr>
          <p:cNvPicPr>
            <a:picLocks noChangeAspect="1"/>
          </p:cNvPicPr>
          <p:nvPr/>
        </p:nvPicPr>
        <p:blipFill>
          <a:blip r:embed="rId1"/>
          <a:srcRect l="11742" r="11742" t="0" b="0"/>
          <a:stretch/>
        </p:blipFill>
        <p:spPr>
          <a:xfrm>
            <a:off x="777240" y="1325880"/>
            <a:ext cx="553212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5392" y="1508760"/>
            <a:ext cx="457200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and edit users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user role and status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Define Admin, Manager, Member, Viewer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Control who can create or delete data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an activity log for important changes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6565392" y="4983480"/>
            <a:ext cx="4572000" cy="41148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Roles make the app more realistic and easier to discuss.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08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Requirements prompt for the project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Start with a prompt that describes the project clearly.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5440680" cy="425196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 are a senior product engineer.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 want to build a simple Task Management web app for students.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Features: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Create, edit, delete, and complete tasks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Assign tasks to users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 roles: Admin, Manager, Member, Viewer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Filters by status, priority, owner, and due date</a:t>
            </a:r>
            <a:endParaRPr lang="en-US" sz="1200" dirty="0"/>
          </a:p>
          <a:p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clear project plan before writing code.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Include pages, data model, API routes, components, and tests.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simple language.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29400" y="1600200"/>
            <a:ext cx="434340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Role: tell AI what expertise to use.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Goal: describe what we want to build.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Features: list the expected behavior.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Output: ask for a plan, not code yet.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Style: request simple language.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09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Plan Mode prompt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strong planning prompt gives the AI boundaries.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029200" cy="41605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Describe the app goal in one sentence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List the main features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Name the users and roles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Ask for pages and components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Ask for data model and API routes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Ask for build order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Ask for risks and tests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4800600" cy="324612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Plan this project before coding.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Return: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Scope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Pages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Data model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API routes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Components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Build order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Testing plan</a:t>
            </a:r>
            <a:endParaRPr lang="en-US" sz="14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8. Risks and open questions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63640" y="5074920"/>
            <a:ext cx="480060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Planning prompts should ask for decisions, not just information.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to review the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Do not accept the first plan blindly. Check if it is realistic.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signs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plan is divided into small tasks.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data model is simple and clear.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build order starts with the basics.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Tests and risks are included.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63640" y="1463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 signs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plan is too big for the time available.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adds features you did not ask for.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skips authentication or permissions.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It does not explain testing.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11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model from Plan Mode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The data model is the skeleton of the app.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4892040" cy="420624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name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email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role: admin | manager | member | viewer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status: active | inactive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title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description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status: todo | in_progress | done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priority: low | medium | high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ownerId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dueDate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63640" y="1600200"/>
            <a:ext cx="475488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the first version small.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simple names that students understand.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Connect tasks to users with ownerId.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fixed status and role values.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more fields only when needed.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Pages and routes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Routes help students understand how the app is organized.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10469880" cy="5532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   Route    Purpose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68680" y="2080260"/>
            <a:ext cx="1046988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Dashboard    /    Show task statistics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68680" y="2651760"/>
            <a:ext cx="1046988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Tasks    /tasks    List, filter, and update tasks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3223260"/>
            <a:ext cx="1046988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New Task    /tasks/new    Create a task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794760"/>
            <a:ext cx="1046988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Users    /users    Manage users and roles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68680" y="4366260"/>
            <a:ext cx="1046988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Settings    /settings    App options and profile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43000" y="5257800"/>
            <a:ext cx="9921240" cy="457200"/>
          </a:xfrm>
          <a:prstGeom prst="rect">
            <a:avLst/>
          </a:prstGeom>
          <a:solidFill>
            <a:srgbClr val="ECFDF5"/>
          </a:solidFill>
          <a:ln w="1016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AI to explain routes before building. This makes the project easier to teach.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13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 plan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Components are reusable pieces of the interface.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2331720" cy="68580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TaskCard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11880" y="1600200"/>
            <a:ext cx="2331720" cy="68580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TaskList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1600200"/>
            <a:ext cx="2331720" cy="68580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TaskForm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189720" y="1600200"/>
            <a:ext cx="2331720" cy="68580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TaskFilters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2331720" cy="68580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UserTable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11880" y="3017520"/>
            <a:ext cx="2331720" cy="68580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RoleBadge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0" y="3017520"/>
            <a:ext cx="2331720" cy="68580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Sidebar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89720" y="3017520"/>
            <a:ext cx="2331720" cy="685800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StatsCard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88720" y="4892040"/>
            <a:ext cx="969264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Ask Build Mode to create one component at a time, not all components together.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14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Mode prompt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Build prompts must be smaller and more direct than planning prompts.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5440680" cy="429768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only the TaskCard component.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Context: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React + TypeScript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 the existing Task type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Status values: todo, in_progress, done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Requirements: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Show title, priority, owner, due date, and status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Add Edit and Complete buttons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Keep the design simple and responsive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coding, explain what changed and how to test it.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629400" y="1737360"/>
            <a:ext cx="4343400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One task only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Mention the file or component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Include context and constraints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Tell AI what not to change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Ask for explanation and test steps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task 1: create the UI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Start with screens and components before adding complex logic.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wide_desktop_screenshot_scene_of_a_code_editor_i.png">    </p:cNvPr>
          <p:cNvPicPr>
            <a:picLocks noChangeAspect="1"/>
          </p:cNvPicPr>
          <p:nvPr/>
        </p:nvPicPr>
        <p:blipFill>
          <a:blip r:embed="rId1"/>
          <a:srcRect l="12590" r="12590" t="0" b="0"/>
          <a:stretch/>
        </p:blipFill>
        <p:spPr>
          <a:xfrm>
            <a:off x="6080760" y="1417320"/>
            <a:ext cx="5166360" cy="3886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08760"/>
            <a:ext cx="4800600" cy="333756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the first UI version.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Create: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Sidebar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Dashboard summary cards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Task table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Users table placeholder</a:t>
            </a:r>
            <a:endParaRPr lang="en-US" sz="1350" dirty="0"/>
          </a:p>
          <a:p>
            <a:pPr algn="l" indent="0" marL="0">
              <a:buNone/>
            </a:pP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connect a real backend yet.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mock data only.</a:t>
            </a:r>
            <a:endParaRPr lang="en-US" sz="1350" dirty="0"/>
          </a:p>
          <a:p>
            <a:pPr algn="l" indent="0" marL="0">
              <a:buNone/>
            </a:pPr>
            <a:r>
              <a:rPr lang="en-US" sz="13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Keep the layout clean and easy to read.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4800600" cy="41148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make it visible. Then make it functional.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16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task 2: add CRUD actions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CRUD means create, read, update, and delete.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5212080" cy="342900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task: add new task from a form.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 tasks: show tasks in table or cards.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Update task: edit title, owner, priority, and status.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Delete task: remove task after confirmation.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Complete task: quick status change to done.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6400800" y="1554480"/>
            <a:ext cx="4526280" cy="333756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Now add CRUD behavior for tasks.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local state first.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add database code yet.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Acceptance criteria: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 can create a task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 can edit a task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 can delete a task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I can mark a task as done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Empty form fields show simple errors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task 3: users and roles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Roles protect the app from unsafe or confusing actions.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clean_modern_web_application_ui_screenshot_user.png">    </p:cNvPr>
          <p:cNvPicPr>
            <a:picLocks noChangeAspect="1"/>
          </p:cNvPicPr>
          <p:nvPr/>
        </p:nvPicPr>
        <p:blipFill>
          <a:blip r:embed="rId1"/>
          <a:srcRect l="11886" r="11886" t="0" b="0"/>
          <a:stretch/>
        </p:blipFill>
        <p:spPr>
          <a:xfrm>
            <a:off x="6309360" y="1417320"/>
            <a:ext cx="4892040" cy="36118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1508760"/>
            <a:ext cx="5074920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Admin: full access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Manager: manage tasks and team users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Member: update own tasks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Viewer: read only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disabled buttons when action is not allowed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822960" y="4983480"/>
            <a:ext cx="5074920" cy="713232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 role-based UI rules.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 not hide every blocked action.</a:t>
            </a:r>
            <a:endParaRPr lang="en-US" sz="1280" dirty="0"/>
          </a:p>
          <a:p>
            <a:pPr algn="l" indent="0" marL="0">
              <a:buNone/>
            </a:pPr>
            <a:r>
              <a:rPr lang="en-US" sz="128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Show disabled buttons with a short reason.</a:t>
            </a:r>
            <a:endParaRPr lang="en-US" sz="128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18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Testing prompts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Testing prompts help students learn quality, not only speed.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508760"/>
            <a:ext cx="4983480" cy="333756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Review this app as a QA tester.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Find: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- 5 possible bugs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- 5 missing edge cases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- 5 accessibility issues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- 5 usability improvements</a:t>
            </a:r>
            <a:endParaRPr lang="en-US" sz="1300" dirty="0"/>
          </a:p>
          <a:p>
            <a:pPr algn="l" indent="0" marL="0">
              <a:buNone/>
            </a:pP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a table with issue, impact, and suggested fix.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9360" y="1645920"/>
            <a:ext cx="4617720" cy="3154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empty fields.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invalid dates.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long task titles.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role permissions.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mobile layout.</a:t>
            </a:r>
            <a:endParaRPr lang="en-US" sz="1650" dirty="0"/>
          </a:p>
          <a:p>
            <a:pPr algn="l" indent="0" marL="0">
              <a:buNone/>
            </a:pPr>
            <a:r>
              <a:rPr lang="en-US" sz="16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 keyboard navigation.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Review and refactor prompts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AI to improve code after it works.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prompt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Review this code for bugs and unclear logic.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Find duplicate code and risky patterns.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rewrite yet. Only explain issues.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63640" y="1463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 prompt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Refactor only the selected component.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the same behavior and props.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it easier to read and test.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43000" y="5559552"/>
            <a:ext cx="9921240" cy="4114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Separate review from refactor. First understand the problems, then change the code.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Gemini / Nano Banana for project photos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image generation to create realistic visuals for slides, demos, and marketing.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clean_ui_screenshot_of_an_image_generation_edito.png">    </p:cNvPr>
          <p:cNvPicPr>
            <a:picLocks noChangeAspect="1"/>
          </p:cNvPicPr>
          <p:nvPr/>
        </p:nvPicPr>
        <p:blipFill>
          <a:blip r:embed="rId1"/>
          <a:srcRect l="11110" r="11110" t="0" b="0"/>
          <a:stretch/>
        </p:blipFill>
        <p:spPr>
          <a:xfrm>
            <a:off x="731520" y="1325880"/>
            <a:ext cx="5623560" cy="4069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629400" y="1463040"/>
            <a:ext cx="452628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Create hero images for the app.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the app on a laptop or phone.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Generate classroom or teamwork scenes.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Edit an existing photo while keeping key details.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the same style across all visuals.</a:t>
            </a:r>
            <a:endParaRPr lang="en-US" sz="1620" dirty="0"/>
          </a:p>
        </p:txBody>
      </p:sp>
      <p:sp>
        <p:nvSpPr>
          <p:cNvPr id="7" name="Text 4"/>
          <p:cNvSpPr/>
          <p:nvPr/>
        </p:nvSpPr>
        <p:spPr>
          <a:xfrm>
            <a:off x="6629400" y="5074920"/>
            <a:ext cx="4526280" cy="50292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Nano Banana is useful when the image needs to match a detailed prompt or edit an existing image.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21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 prompt anatomy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good image prompt is like a mini creative brief.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5074920" cy="42976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Subject: what is in the image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Setting: where it is happening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Style: realistic, clean, cinematic, etc.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Composition: angle, distance, framing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Lighting: daylight, soft shadows, studio light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Details: screen content, colors, objects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Restrictions: what to avoid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263640" y="1828800"/>
            <a:ext cx="4800600" cy="91440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Formula: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[Subject] + [setting] + [style] + [composition] + [lighting] + [details] + [avoid]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263640" y="3108960"/>
            <a:ext cx="4800600" cy="12344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Example: “A realistic photo of a laptop showing a task management dashboard, clean desk, soft daylight, shallow depth of field, professional SaaS style, no brand logos.”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22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Nano Banana prompt templates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Copy, edit, and reuse these templates.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25880"/>
            <a:ext cx="10972800" cy="397764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SaaS hero image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realistic product photo of [APP] shown on a laptop, clean desk, soft daylight, professional SaaS style, 16:9.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App mockup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clean UI mockup for [FEATURE], modern web dashboard, readable text, simple layout, blue accent color.</a:t>
            </a:r>
            <a:endParaRPr lang="en-US" sz="1150" dirty="0"/>
          </a:p>
          <a:p>
            <a:pPr algn="l" indent="0" marL="0">
              <a:buNone/>
            </a:pP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Classroom scene</a:t>
            </a:r>
            <a:endParaRPr lang="en-US" sz="1150" dirty="0"/>
          </a:p>
          <a:p>
            <a:pPr algn="l" indent="0" marL="0">
              <a:buNone/>
            </a:pPr>
            <a:r>
              <a:rPr lang="en-US" sz="11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a realistic classroom workshop photo where students are learning [TOPIC], laptops open, professional training environment.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1051560" y="5623560"/>
            <a:ext cx="10241280" cy="384048"/>
          </a:xfrm>
          <a:prstGeom prst="rect">
            <a:avLst/>
          </a:prstGeom>
          <a:solidFill>
            <a:srgbClr val="F5F3FF"/>
          </a:solidFill>
          <a:ln w="10160">
            <a:solidFill>
              <a:srgbClr val="DDD6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consistent results, keep the same visual style words across all prompts.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Photo editing prompts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When editing an image, clearly say what must stay unchanged.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editing prompt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85800" y="187452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Keep the person, face, clothing, and lighting unchanged.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Replace only the laptop screen with the app dashboard.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the screen look realistic with reflections.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add logos or extra people.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6263640" y="1463040"/>
            <a:ext cx="5257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Bad editing prompt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263640" y="1874520"/>
            <a:ext cx="5257800" cy="3383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Make it better.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Change the photo into something professional.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Add a cool app screen.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Fix everything.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24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share prompts and skills through GitHub?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GitHub repo turns individual prompts into team knowledge.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pic>
        <p:nvPicPr>
          <p:cNvPr id="5" name="Image 0" descr="/mnt/data/a_wide_screenshot_of_a_github_repository_web_inter.png">    </p:cNvPr>
          <p:cNvPicPr>
            <a:picLocks noChangeAspect="1"/>
          </p:cNvPicPr>
          <p:nvPr/>
        </p:nvPicPr>
        <p:blipFill>
          <a:blip r:embed="rId1"/>
          <a:srcRect l="13127" r="13127" t="0" b="0"/>
          <a:stretch/>
        </p:blipFill>
        <p:spPr>
          <a:xfrm>
            <a:off x="6080760" y="1325880"/>
            <a:ext cx="5212080" cy="3977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77240" y="1508760"/>
            <a:ext cx="4800600" cy="333756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Everyone uses the same tested prompts.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Changes are visible through commits.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Students can submit improvements with pull requests.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Skills become reusable learning assets.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The repo becomes documentation for the course.</a:t>
            </a:r>
            <a:endParaRPr lang="en-US" sz="1620" dirty="0"/>
          </a:p>
        </p:txBody>
      </p:sp>
      <p:sp>
        <p:nvSpPr>
          <p:cNvPr id="7" name="Text 4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25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GitHub repo structure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Keep the repo simple so students can understand it quickly.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71600"/>
            <a:ext cx="5212080" cy="452628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ai-team-prompt-library/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README.md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CONTRIBUTING.md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prompts/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plan-mode/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build-mode/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testing/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image-generation/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skills/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task-app-planner/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│   └── SKILL.md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ui-reviewer/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└── SKILL.md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planner.agent.md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reviewer.agent.md</a:t>
            </a:r>
            <a:endParaRPr lang="en-US" sz="1250" dirty="0"/>
          </a:p>
          <a:p>
            <a:pPr algn="l" indent="0" marL="0">
              <a:buNone/>
            </a:pPr>
            <a:r>
              <a:rPr lang="en-US" sz="125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examples/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6446520" y="1645920"/>
            <a:ext cx="4572000" cy="324612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README explains how to use the repo.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prompts folder stores reusable prompt templates.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skills folder stores complete skill instructions.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agents folder stores AI coding agent behavior.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examples folder shows real usage.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shared skill file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A skill is a reusable instruction package for a repeated task.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25880"/>
            <a:ext cx="5623560" cy="4526280"/>
          </a:xfrm>
          <a:prstGeom prst="rect">
            <a:avLst/>
          </a:prstGeom>
          <a:solidFill>
            <a:srgbClr val="111827"/>
          </a:solidFill>
          <a:ln w="10160">
            <a:solidFill>
              <a:srgbClr val="334155"/>
            </a:solidFill>
          </a:ln>
        </p:spPr>
        <p:txBody>
          <a:bodyPr wrap="square" lIns="1905" tIns="1905" rIns="1905" bIns="1905" rtlCol="0" anchor="ctr">
            <a:normAutofit/>
          </a:bodyPr>
          <a:lstStyle/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task-app-planner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this skill when the user wants to plan a small web app.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Steps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Understand the app goal and audience.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List features and user roles.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Define pages and routes.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Propose the data model.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Propose components and API routes.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 Create a build order.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7. Add a testing checklist.</a:t>
            </a:r>
            <a:endParaRPr lang="en-US" sz="1230" dirty="0"/>
          </a:p>
          <a:p>
            <a:pPr algn="l" indent="0" marL="0">
              <a:buNone/>
            </a:pP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Style</a:t>
            </a:r>
            <a:endParaRPr lang="en-US" sz="1230" dirty="0"/>
          </a:p>
          <a:p>
            <a:pPr algn="l" indent="0" marL="0">
              <a:buNone/>
            </a:pPr>
            <a:r>
              <a:rPr lang="en-US" sz="123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 simple English. Keep the plan practical.</a:t>
            </a:r>
            <a:endParaRPr lang="en-US" sz="1230" dirty="0"/>
          </a:p>
        </p:txBody>
      </p:sp>
      <p:sp>
        <p:nvSpPr>
          <p:cNvPr id="6" name="Text 4"/>
          <p:cNvSpPr/>
          <p:nvPr/>
        </p:nvSpPr>
        <p:spPr>
          <a:xfrm>
            <a:off x="6720840" y="1691640"/>
            <a:ext cx="4343400" cy="306324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032" tIns="2032" rIns="2032" bIns="2032" rtlCol="0" anchor="ctr">
            <a:normAutofit/>
          </a:bodyPr>
          <a:lstStyle/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 tells the purpose.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When to use tells the AI when to apply it.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Steps make the process repeatable.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Style keeps outputs consistent.</a:t>
            </a:r>
            <a:endParaRPr lang="en-US" sz="1620" dirty="0"/>
          </a:p>
          <a:p>
            <a:pPr algn="l" indent="0" marL="0">
              <a:buNone/>
            </a:pPr>
            <a:r>
              <a:rPr lang="en-US" sz="162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Examples help students learn faster.</a:t>
            </a:r>
            <a:endParaRPr lang="en-US" sz="1620" dirty="0"/>
          </a:p>
        </p:txBody>
      </p:sp>
      <p:sp>
        <p:nvSpPr>
          <p:cNvPr id="7" name="Text 5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Contribution workflow for students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can improve the shared library like a real development team.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417320"/>
            <a:ext cx="411480" cy="41148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508760" y="14173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Fork or branch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840480" y="14173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safe place to edit.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868680" y="2286000"/>
            <a:ext cx="411480" cy="41148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508760" y="228600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prompt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840480" y="228600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Place it in the correct folder.</a:t>
            </a:r>
            <a:endParaRPr lang="en-US" sz="1520" dirty="0"/>
          </a:p>
        </p:txBody>
      </p:sp>
      <p:sp>
        <p:nvSpPr>
          <p:cNvPr id="11" name="Text 9"/>
          <p:cNvSpPr/>
          <p:nvPr/>
        </p:nvSpPr>
        <p:spPr>
          <a:xfrm>
            <a:off x="868680" y="3154680"/>
            <a:ext cx="411480" cy="41148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1546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it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840480" y="315468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the prompt and save the result.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868680" y="4023360"/>
            <a:ext cx="411480" cy="41148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508760" y="40233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PR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840480" y="4023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what changed and why.</a:t>
            </a:r>
            <a:endParaRPr lang="en-US" sz="1520" dirty="0"/>
          </a:p>
        </p:txBody>
      </p:sp>
      <p:sp>
        <p:nvSpPr>
          <p:cNvPr id="17" name="Text 15"/>
          <p:cNvSpPr/>
          <p:nvPr/>
        </p:nvSpPr>
        <p:spPr>
          <a:xfrm>
            <a:off x="868680" y="4892040"/>
            <a:ext cx="411480" cy="411480"/>
          </a:xfrm>
          <a:prstGeom prst="rect">
            <a:avLst/>
          </a:prstGeom>
          <a:solidFill>
            <a:srgbClr val="2563EB"/>
          </a:solidFill>
          <a:ln w="10160">
            <a:solidFill>
              <a:srgbClr val="2563EB"/>
            </a:solidFill>
          </a:ln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08760" y="4892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840480" y="489204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Teacher or peers approve it.</a:t>
            </a:r>
            <a:endParaRPr lang="en-US" sz="1520" dirty="0"/>
          </a:p>
        </p:txBody>
      </p:sp>
      <p:sp>
        <p:nvSpPr>
          <p:cNvPr id="20" name="Text 18"/>
          <p:cNvSpPr/>
          <p:nvPr/>
        </p:nvSpPr>
        <p:spPr>
          <a:xfrm>
            <a:off x="1051560" y="5715000"/>
            <a:ext cx="10058400" cy="438912"/>
          </a:xfrm>
          <a:prstGeom prst="rect">
            <a:avLst/>
          </a:prstGeom>
          <a:solidFill>
            <a:srgbClr val="ECFDF5"/>
          </a:solidFill>
          <a:ln w="1016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prompt should include: purpose, input needed, prompt text, expected output, and one example.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28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Classroom lab: 60 to 90 minutes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Students practice the full workflow on a small project.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10607040" cy="553212"/>
          </a:xfrm>
          <a:prstGeom prst="rect">
            <a:avLst/>
          </a:prstGeom>
          <a:solidFill>
            <a:srgbClr val="E2E8F0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   Activity    Output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822960" y="2034540"/>
            <a:ext cx="1060704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min    Choose task or user management feature    Clear feature goal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60704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    Write Plan Mode prompt    Reviewed plan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22960" y="3177540"/>
            <a:ext cx="1060704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25 min    Build one component or page    Working UI part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749040"/>
            <a:ext cx="1060704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    Write tests and review prompt    Bug list and fixes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320540"/>
            <a:ext cx="10607040" cy="553212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min    Add prompt to GitHub repo    Pull request or commit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188720" y="5349240"/>
            <a:ext cx="9784080" cy="502920"/>
          </a:xfrm>
          <a:prstGeom prst="rect">
            <a:avLst/>
          </a:prstGeom>
          <a:solidFill>
            <a:srgbClr val="FFFBEB"/>
          </a:solidFill>
          <a:ln w="10160">
            <a:solidFill>
              <a:srgbClr val="FDE68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2400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Finish with a 2 minute demo: what they planned, what they built, what prompt they shared.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29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 checklist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612648" y="786384"/>
            <a:ext cx="9052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</a:rPr>
              <a:t>Use this checklist every time you work with AI coding tools.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03504" y="1115568"/>
            <a:ext cx="10972800" cy="0"/>
          </a:xfrm>
          <a:prstGeom prst="line">
            <a:avLst/>
          </a:prstGeom>
          <a:noFill/>
          <a:ln w="762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280160"/>
            <a:ext cx="5212080" cy="4526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Start with the project goal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Use Plan Mode before big changes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Review and simplify the plan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Use Build Mode for one clear task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Test before moving to the next step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 Use Gemini / Nano Banana for clean project visuals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 Save good prompts and skills in GitHub</a:t>
            </a:r>
            <a:endParaRPr lang="en-US" sz="1550" dirty="0"/>
          </a:p>
          <a:p>
            <a:pPr algn="l" indent="0" marL="0">
              <a:buNone/>
            </a:pPr>
            <a:r>
              <a:rPr lang="en-US" sz="1550" dirty="0">
                <a:solidFill>
                  <a:srgbClr val="0F17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8. Improve the shared library through review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6400800" y="1691640"/>
            <a:ext cx="4572000" cy="777240"/>
          </a:xfrm>
          <a:prstGeom prst="rect">
            <a:avLst/>
          </a:prstGeom>
          <a:solidFill>
            <a:srgbClr val="EFF6FF"/>
          </a:solidFill>
          <a:ln w="10160">
            <a:solidFill>
              <a:srgbClr val="BFDBFE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workflow: Plan → Build → Test → Review → Share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400800" y="3063240"/>
            <a:ext cx="4572000" cy="1097280"/>
          </a:xfrm>
          <a:prstGeom prst="rect">
            <a:avLst/>
          </a:prstGeom>
          <a:solidFill>
            <a:srgbClr val="FFFFFF"/>
          </a:solidFill>
          <a:ln w="10160">
            <a:solidFill>
              <a:srgbClr val="E2E8F0"/>
            </a:solidFill>
          </a:ln>
        </p:spPr>
        <p:txBody>
          <a:bodyPr wrap="square" lIns="2286" tIns="2286" rIns="2286" bIns="2286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References used for deck accuracy: Google Gemini Image / Nano Banana, Google Cloud prompting guide, GitHub Copilot custom instructions, VS Code custom agents.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400800" y="4892040"/>
            <a:ext cx="4572000" cy="685800"/>
          </a:xfrm>
          <a:prstGeom prst="rect">
            <a:avLst/>
          </a:prstGeom>
          <a:solidFill>
            <a:srgbClr val="ECFDF5"/>
          </a:solidFill>
          <a:ln w="10160">
            <a:solidFill>
              <a:srgbClr val="BBF7D0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message: AI helps more when the work is clear, small, and shared.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292840" y="6446520"/>
            <a:ext cx="320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30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94360" y="6446520"/>
            <a:ext cx="2377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A3B8"/>
                </a:solidFill>
              </a:rPr>
              <a:t>Prompt Engineering Workshop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RIT Kosovo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Prompt Engineering: Plan Mode, Build Mode, and Shared AI Workflows</dc:title>
  <dc:subject>Prompt Engineering with Plan Mode, Build Mode, Gemini image prompts, and shared GitHub prompt libraries</dc:subject>
  <dc:creator>OpenAI</dc:creator>
  <cp:lastModifiedBy>OpenAI</cp:lastModifiedBy>
  <cp:revision>1</cp:revision>
  <dcterms:created xsi:type="dcterms:W3CDTF">2026-07-16T14:21:39Z</dcterms:created>
  <dcterms:modified xsi:type="dcterms:W3CDTF">2026-07-16T14:21:39Z</dcterms:modified>
</cp:coreProperties>
</file>